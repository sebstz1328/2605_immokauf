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5.xml" ContentType="application/vnd.openxmlformats-officedocument.theme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heme/theme6.xml" ContentType="application/vnd.openxmlformats-officedocument.theme+xml"/>
  <Override PartName="/ppt/tags/tag129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30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2" r:id="rId5"/>
    <p:sldMasterId id="2147483686" r:id="rId6"/>
    <p:sldMasterId id="2147483712" r:id="rId7"/>
    <p:sldMasterId id="2147483726" r:id="rId8"/>
  </p:sldMasterIdLst>
  <p:notesMasterIdLst>
    <p:notesMasterId r:id="rId16"/>
  </p:notesMasterIdLst>
  <p:sldIdLst>
    <p:sldId id="327" r:id="rId9"/>
    <p:sldId id="2145706010" r:id="rId10"/>
    <p:sldId id="2145706001" r:id="rId11"/>
    <p:sldId id="2145706000" r:id="rId12"/>
    <p:sldId id="2145705928" r:id="rId13"/>
    <p:sldId id="2145705926" r:id="rId14"/>
    <p:sldId id="574" r:id="rId15"/>
  </p:sldIdLst>
  <p:sldSz cx="12192000" cy="6858000"/>
  <p:notesSz cx="7104063" cy="102346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747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10" Type="http://schemas.openxmlformats.org/officeDocument/2006/relationships/slide" Target="slides/slide2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D5E38DF7-582D-4CBB-895F-DD15CD0DE77B}" type="datetimeFigureOut">
              <a:rPr lang="de-DE" smtClean="0"/>
              <a:t>20.02.2026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71142536-750E-4743-810A-EC824A99B31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1764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florian.kowol@convista.de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mailto:Jens.Koslowski@gks.adac.de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florian.kowol@convista.de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mailto:Jens.Koslowski@gks.adac.de" TargetMode="Externa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90752" fontAlgn="base">
              <a:spcBef>
                <a:spcPct val="0"/>
              </a:spcBef>
              <a:spcAft>
                <a:spcPct val="0"/>
              </a:spcAft>
              <a:defRPr/>
            </a:pPr>
            <a:fld id="{0CC7857B-B7BC-4270-B64E-FF07EB843A3C}" type="slidenum">
              <a:rPr lang="de-DE" b="1">
                <a:solidFill>
                  <a:prstClr val="black"/>
                </a:solidFill>
                <a:latin typeface="Arial Narrow" charset="0"/>
                <a:cs typeface="Arial" panose="020B0604020202020204" pitchFamily="34" charset="0"/>
              </a:rPr>
              <a:pPr defTabSz="990752"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de-DE" b="1">
              <a:solidFill>
                <a:prstClr val="black"/>
              </a:solidFill>
              <a:latin typeface="Arial Narrow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74936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D4637-B673-B42E-BEF2-6C83CD155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49535F-3016-4B45-471E-44D3F8D7C2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CF4E26-CBEF-F45D-0611-DCE2B4FE20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E1E52F-2E62-61B2-FD92-A7D348F4A6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90752" fontAlgn="base">
              <a:spcBef>
                <a:spcPct val="0"/>
              </a:spcBef>
              <a:spcAft>
                <a:spcPct val="0"/>
              </a:spcAft>
              <a:defRPr/>
            </a:pPr>
            <a:fld id="{0CC7857B-B7BC-4270-B64E-FF07EB843A3C}" type="slidenum">
              <a:rPr lang="de-DE" b="1">
                <a:solidFill>
                  <a:prstClr val="black"/>
                </a:solidFill>
                <a:latin typeface="Arial Narrow" charset="0"/>
                <a:cs typeface="Arial" charset="0"/>
              </a:rPr>
              <a:pPr defTabSz="990752"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de-DE" b="1">
              <a:solidFill>
                <a:prstClr val="black"/>
              </a:solidFill>
              <a:latin typeface="Arial Narrow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18697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C3400-E621-47C7-CF20-E77A46E43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BB3434-5955-552C-0D1D-453FF2FC4D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9F7882-E37C-97D2-C167-79569BCC84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de-DE" sz="9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3.                 Soll-Zustand S/4 Details (siehe Folie 4)</a:t>
            </a:r>
            <a:endParaRPr lang="de-DE" sz="9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95376"/>
            <a:r>
              <a:rPr lang="de-DE" sz="9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Auf dem ADAC Data Portal sind die Verzeichnisse Root </a:t>
            </a:r>
            <a:r>
              <a:rPr lang="de-DE" sz="9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de-DE" sz="9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FromUser</a:t>
            </a:r>
            <a:r>
              <a:rPr lang="de-DE" sz="9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und </a:t>
            </a:r>
            <a:r>
              <a:rPr lang="de-DE" sz="9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ToUser</a:t>
            </a:r>
            <a:r>
              <a:rPr lang="de-DE" sz="9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vorgegeben (in Rot gekennzeichnet).</a:t>
            </a:r>
          </a:p>
          <a:p>
            <a:pPr marL="495376"/>
            <a:r>
              <a:rPr lang="de-DE" sz="9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FromUser</a:t>
            </a:r>
            <a:r>
              <a:rPr lang="de-DE" sz="9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dient zum Empfang von Dateien und </a:t>
            </a:r>
            <a:r>
              <a:rPr lang="de-DE" sz="9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ToUser</a:t>
            </a:r>
            <a:r>
              <a:rPr lang="de-DE" sz="9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zum Versenden von Dateien.</a:t>
            </a:r>
          </a:p>
          <a:p>
            <a:pPr marL="495376"/>
            <a:r>
              <a:rPr lang="de-DE" sz="9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Nach </a:t>
            </a:r>
            <a:r>
              <a:rPr lang="de-DE" sz="9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FromUser</a:t>
            </a:r>
            <a:r>
              <a:rPr lang="de-DE" sz="9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wird ein Verzeichnis FromSAPS4 angelegt und nach </a:t>
            </a:r>
            <a:r>
              <a:rPr lang="de-DE" sz="9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ToUser</a:t>
            </a:r>
            <a:r>
              <a:rPr lang="de-DE" sz="9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ein Verzeichnis ToSAPS4.</a:t>
            </a:r>
          </a:p>
          <a:p>
            <a:pPr marL="495376"/>
            <a:r>
              <a:rPr lang="de-DE" sz="9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Das heißt, die bestehende Verzeichnisstruktur auf dem SZENTP0511 muss auf dem ADAC Data Portal in Ein- und Ausgabe getrennt werden.</a:t>
            </a:r>
          </a:p>
          <a:p>
            <a:pPr marL="495376"/>
            <a:r>
              <a:rPr lang="de-DE" sz="900" kern="100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Die Benennung der weitere Verzeichnisstruktur nach FromSAPS4 und ToSAPS4 muss zwischen dem Workstream Schnittstellen und dem für UAC Zuständigen, Herrn Kowol (</a:t>
            </a:r>
            <a:r>
              <a:rPr lang="de-DE" sz="900" u="sng" kern="100" dirty="0">
                <a:solidFill>
                  <a:srgbClr val="467886"/>
                </a:solidFill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florian.kowol@convista.de</a:t>
            </a:r>
            <a:r>
              <a:rPr lang="de-DE" sz="900" kern="100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 abgestimmt werden.</a:t>
            </a:r>
            <a:endParaRPr lang="de-DE" sz="9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95376"/>
            <a:r>
              <a:rPr lang="de-DE" sz="900" kern="100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Die benötigten UAC-Workflows werden ebenfalls nach Abstimmung von Herrn Kowol eingerichtet.</a:t>
            </a:r>
            <a:endParaRPr lang="de-DE" sz="9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95376"/>
            <a:r>
              <a:rPr lang="de-DE" sz="900" kern="100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Die Einrichtung der Verzeichnisstruktur muss mit dem für das ADAC Data Portal Zuständigen, Herrn Koslowski (</a:t>
            </a:r>
            <a:r>
              <a:rPr lang="de-DE" sz="900" u="sng" kern="100" dirty="0">
                <a:solidFill>
                  <a:srgbClr val="467886"/>
                </a:solidFill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Jens.Koslowski@gks.adac.de</a:t>
            </a:r>
            <a:r>
              <a:rPr lang="de-DE" sz="900" kern="100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 abgestimmt werden.</a:t>
            </a:r>
            <a:endParaRPr lang="de-DE" sz="9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95376"/>
            <a:r>
              <a:rPr lang="de-DE" sz="900" kern="100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Die Verzeichnisstruktur auf dem File Storage in der PCE wird entsprechend vom Workstream Schnittstellen festgelegt und angelegt. Entsprechende Tools und Berechtigungen werden bereitgestellt.</a:t>
            </a:r>
            <a:endParaRPr lang="de-DE" sz="9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95376"/>
            <a:r>
              <a:rPr lang="de-DE" sz="900" kern="100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Der benötigte File Storage befindet sich gerade in Bestellung. Ansprechpartnerin zum Status ist Diana Dessau.</a:t>
            </a:r>
            <a:endParaRPr lang="de-DE" sz="9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95376"/>
            <a:r>
              <a:rPr lang="de-DE" sz="9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Zur Übertragung der Dateien mit der SAP Integration Suite wird (für die Integrations- und die Produktivumgebung des ADAC Data Portals) der FTP-User </a:t>
            </a:r>
            <a:r>
              <a:rPr lang="de-DE" sz="900" kern="100" dirty="0" err="1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sapintsuiteftp</a:t>
            </a:r>
            <a:r>
              <a:rPr lang="de-DE" sz="900" kern="100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eingerichtet.</a:t>
            </a:r>
            <a:endParaRPr lang="de-DE" sz="9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95376"/>
            <a:r>
              <a:rPr lang="de-DE" sz="900" kern="100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Er wird volle Rechte auf die Verzeichnisse FromSAPS4 und ToSAPS4 und alle Unterverzeichnisse haben. Der Zugriff erfolgt über App Key plus User/PW.</a:t>
            </a:r>
            <a:endParaRPr lang="de-DE" sz="9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95376"/>
            <a:r>
              <a:rPr lang="de-DE" sz="900" kern="100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IEB beantragt umgehend die Einrichtung der FTP-User und der Verzeichnisse FromSAPS4 und ToSAPS4 (erledigt) und stellt anschließend die Verbindung zur SAP Integration Suite her.</a:t>
            </a:r>
            <a:endParaRPr lang="de-DE" sz="9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95376"/>
            <a:r>
              <a:rPr lang="de-DE" sz="900" kern="100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Die Einrichtung der benötigten </a:t>
            </a:r>
            <a:r>
              <a:rPr lang="de-DE" sz="900" kern="100" dirty="0" err="1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iFlows</a:t>
            </a:r>
            <a:r>
              <a:rPr lang="de-DE" sz="900" kern="100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erfolgt durch den Workstream Schnittstellen.</a:t>
            </a:r>
            <a:endParaRPr lang="de-DE" sz="9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95376"/>
            <a:r>
              <a:rPr lang="de-DE" sz="900" kern="100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Von der SAP Integration Suite abgeholte Dateien müssen nach erfolgter Übertragung auf den ADAC Data Portal gelöscht werden.</a:t>
            </a:r>
            <a:endParaRPr lang="de-DE" sz="9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95376"/>
            <a:r>
              <a:rPr lang="de-DE" sz="9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Wenn eine Archivierung der ausgetauschten Dateien notwendig ist, muss das weiterhin auf dem Share SZENTP0511/R3FTP erfolgen, da das ADAC Data Portal kein Archivierungssystem ist.</a:t>
            </a:r>
          </a:p>
          <a:p>
            <a:pPr marL="495376"/>
            <a:r>
              <a:rPr lang="de-DE" sz="9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Informationen zur aktuellen Verzeichnisstruktur und zur Archivierung von Dateien können die SAP-Entwickler (IEA) liefern.</a:t>
            </a:r>
          </a:p>
          <a:p>
            <a:endParaRPr lang="de-DE" sz="5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F42A8D-8F4A-76EE-775F-96F1CBE897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90752" fontAlgn="base">
              <a:spcBef>
                <a:spcPct val="0"/>
              </a:spcBef>
              <a:spcAft>
                <a:spcPct val="0"/>
              </a:spcAft>
              <a:defRPr/>
            </a:pPr>
            <a:fld id="{0CC7857B-B7BC-4270-B64E-FF07EB843A3C}" type="slidenum">
              <a:rPr lang="de-DE" b="1">
                <a:solidFill>
                  <a:prstClr val="black"/>
                </a:solidFill>
                <a:latin typeface="Arial Narrow" charset="0"/>
                <a:cs typeface="Arial" charset="0"/>
              </a:rPr>
              <a:pPr defTabSz="990752"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de-DE" b="1">
              <a:solidFill>
                <a:prstClr val="black"/>
              </a:solidFill>
              <a:latin typeface="Arial Narrow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0022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de-DE" sz="9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3.                 Soll-Zustand S/4 Details (siehe Folie 4)</a:t>
            </a:r>
            <a:endParaRPr lang="de-DE" sz="9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95376"/>
            <a:r>
              <a:rPr lang="de-DE" sz="9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Auf dem ADAC Data Portal sind die Verzeichnisse Root </a:t>
            </a:r>
            <a:r>
              <a:rPr lang="de-DE" sz="9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de-DE" sz="9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9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FromUser</a:t>
            </a:r>
            <a:r>
              <a:rPr lang="de-DE" sz="9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und </a:t>
            </a:r>
            <a:r>
              <a:rPr lang="de-DE" sz="9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ToUser</a:t>
            </a:r>
            <a:r>
              <a:rPr lang="de-DE" sz="9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vorgegeben (in Rot gekennzeichnet).</a:t>
            </a:r>
          </a:p>
          <a:p>
            <a:pPr marL="495376"/>
            <a:r>
              <a:rPr lang="de-DE" sz="9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FromUser</a:t>
            </a:r>
            <a:r>
              <a:rPr lang="de-DE" sz="9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dient zum Empfang von Dateien und </a:t>
            </a:r>
            <a:r>
              <a:rPr lang="de-DE" sz="9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ToUser</a:t>
            </a:r>
            <a:r>
              <a:rPr lang="de-DE" sz="9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zum Versenden von Dateien.</a:t>
            </a:r>
          </a:p>
          <a:p>
            <a:pPr marL="495376"/>
            <a:r>
              <a:rPr lang="de-DE" sz="9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Nach </a:t>
            </a:r>
            <a:r>
              <a:rPr lang="de-DE" sz="9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FromUser</a:t>
            </a:r>
            <a:r>
              <a:rPr lang="de-DE" sz="9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wird ein Verzeichnis FromSAPS4 angelegt und nach </a:t>
            </a:r>
            <a:r>
              <a:rPr lang="de-DE" sz="9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ToUser</a:t>
            </a:r>
            <a:r>
              <a:rPr lang="de-DE" sz="9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ein Verzeichnis ToSAPS4.</a:t>
            </a:r>
          </a:p>
          <a:p>
            <a:pPr marL="495376"/>
            <a:r>
              <a:rPr lang="de-DE" sz="9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Das heißt, die bestehende Verzeichnisstruktur auf dem SZENTP0511 muss auf dem ADAC Data Portal in Ein- und Ausgabe getrennt werden.</a:t>
            </a:r>
          </a:p>
          <a:p>
            <a:pPr marL="495376"/>
            <a:r>
              <a:rPr lang="de-DE" sz="900" kern="100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Die Benennung der weitere Verzeichnisstruktur nach FromSAPS4 und ToSAPS4 muss zwischen dem Workstream Schnittstellen und dem für UAC Zuständigen, Herrn Kowol (</a:t>
            </a:r>
            <a:r>
              <a:rPr lang="de-DE" sz="900" u="sng" kern="100" dirty="0">
                <a:solidFill>
                  <a:srgbClr val="467886"/>
                </a:solidFill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florian.kowol@convista.de</a:t>
            </a:r>
            <a:r>
              <a:rPr lang="de-DE" sz="900" kern="100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 abgestimmt werden.</a:t>
            </a:r>
            <a:endParaRPr lang="de-DE" sz="9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95376"/>
            <a:r>
              <a:rPr lang="de-DE" sz="900" kern="100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Die benötigten UAC-Workflows werden ebenfalls nach Abstimmung von Herrn Kowol eingerichtet.</a:t>
            </a:r>
            <a:endParaRPr lang="de-DE" sz="9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95376"/>
            <a:r>
              <a:rPr lang="de-DE" sz="900" kern="100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Die Einrichtung der Verzeichnisstruktur muss mit dem für das ADAC Data Portal Zuständigen, Herrn Koslowski (</a:t>
            </a:r>
            <a:r>
              <a:rPr lang="de-DE" sz="900" u="sng" kern="100" dirty="0">
                <a:solidFill>
                  <a:srgbClr val="467886"/>
                </a:solidFill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Jens.Koslowski@gks.adac.de</a:t>
            </a:r>
            <a:r>
              <a:rPr lang="de-DE" sz="900" kern="100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 abgestimmt werden.</a:t>
            </a:r>
            <a:endParaRPr lang="de-DE" sz="9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95376"/>
            <a:r>
              <a:rPr lang="de-DE" sz="900" kern="100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Die Verzeichnisstruktur auf dem File Storage in der PCE wird entsprechend vom Workstream Schnittstellen festgelegt und angelegt. Entsprechende Tools und Berechtigungen werden bereitgestellt.</a:t>
            </a:r>
            <a:endParaRPr lang="de-DE" sz="9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95376"/>
            <a:r>
              <a:rPr lang="de-DE" sz="900" kern="100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Der benötigte File Storage befindet sich gerade in Bestellung. Ansprechpartnerin zum Status ist Diana Dessau.</a:t>
            </a:r>
            <a:endParaRPr lang="de-DE" sz="9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95376"/>
            <a:r>
              <a:rPr lang="de-DE" sz="9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Zur Übertragung der Dateien mit der SAP Integration Suite wird (für die Integrations- und die Produktivumgebung des ADAC Data Portals) der FTP-User </a:t>
            </a:r>
            <a:r>
              <a:rPr lang="de-DE" sz="900" kern="100" dirty="0" err="1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sapintsuiteftp</a:t>
            </a:r>
            <a:r>
              <a:rPr lang="de-DE" sz="900" kern="100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eingerichtet.</a:t>
            </a:r>
            <a:endParaRPr lang="de-DE" sz="9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95376"/>
            <a:r>
              <a:rPr lang="de-DE" sz="900" kern="100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Er wird volle Rechte auf die Verzeichnisse FromSAPS4 und ToSAPS4 und alle Unterverzeichnisse haben. Der Zugriff erfolgt über App Key plus User/PW.</a:t>
            </a:r>
            <a:endParaRPr lang="de-DE" sz="9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95376"/>
            <a:r>
              <a:rPr lang="de-DE" sz="900" kern="100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IEB beantragt umgehend die Einrichtung der FTP-User und der Verzeichnisse FromSAPS4 und ToSAPS4 (erledigt) und stellt anschließend die Verbindung zur SAP Integration Suite her.</a:t>
            </a:r>
            <a:endParaRPr lang="de-DE" sz="9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95376"/>
            <a:r>
              <a:rPr lang="de-DE" sz="900" kern="100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Die Einrichtung der benötigten </a:t>
            </a:r>
            <a:r>
              <a:rPr lang="de-DE" sz="900" kern="100" dirty="0" err="1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iFlows</a:t>
            </a:r>
            <a:r>
              <a:rPr lang="de-DE" sz="900" kern="100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erfolgt durch den Workstream Schnittstellen.</a:t>
            </a:r>
            <a:endParaRPr lang="de-DE" sz="9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95376"/>
            <a:r>
              <a:rPr lang="de-DE" sz="900" kern="100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Von der SAP Integration Suite abgeholte Dateien müssen nach erfolgter Übertragung auf den ADAC Data Portal gelöscht werden.</a:t>
            </a:r>
            <a:endParaRPr lang="de-DE" sz="9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95376"/>
            <a:r>
              <a:rPr lang="de-DE" sz="9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Wenn eine Archivierung der ausgetauschten Dateien notwendig ist, muss das weiterhin auf dem Share SZENTP0511/R3FTP erfolgen, da das ADAC Data Portal kein Archivierungssystem ist.</a:t>
            </a:r>
          </a:p>
          <a:p>
            <a:pPr marL="495376"/>
            <a:r>
              <a:rPr lang="de-DE" sz="9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Informationen zur aktuellen Verzeichnisstruktur und zur Archivierung von Dateien können die SAP-Entwickler (IEA) liefern.</a:t>
            </a:r>
          </a:p>
          <a:p>
            <a:endParaRPr lang="de-DE" sz="5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90752" fontAlgn="base">
              <a:spcBef>
                <a:spcPct val="0"/>
              </a:spcBef>
              <a:spcAft>
                <a:spcPct val="0"/>
              </a:spcAft>
              <a:defRPr/>
            </a:pPr>
            <a:fld id="{0CC7857B-B7BC-4270-B64E-FF07EB843A3C}" type="slidenum">
              <a:rPr lang="de-DE" b="1">
                <a:solidFill>
                  <a:prstClr val="black"/>
                </a:solidFill>
                <a:latin typeface="Arial Narrow" charset="0"/>
                <a:cs typeface="Arial" charset="0"/>
              </a:rPr>
              <a:pPr defTabSz="990752"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de-DE" b="1">
              <a:solidFill>
                <a:prstClr val="black"/>
              </a:solidFill>
              <a:latin typeface="Arial Narrow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1727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90752" fontAlgn="base">
              <a:spcBef>
                <a:spcPct val="0"/>
              </a:spcBef>
              <a:spcAft>
                <a:spcPct val="0"/>
              </a:spcAft>
              <a:defRPr/>
            </a:pPr>
            <a:fld id="{0CC7857B-B7BC-4270-B64E-FF07EB843A3C}" type="slidenum">
              <a:rPr lang="de-DE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defTabSz="990752"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de-DE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4613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tags" Target="../tags/tag4.xml"/><Relationship Id="rId7" Type="http://schemas.openxmlformats.org/officeDocument/2006/relationships/image" Target="../media/image3.emf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oleObject" Target="../embeddings/oleObject2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4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4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6" Type="http://schemas.openxmlformats.org/officeDocument/2006/relationships/image" Target="../media/image2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13.xml"/><Relationship Id="rId7" Type="http://schemas.openxmlformats.org/officeDocument/2006/relationships/image" Target="../media/image3.emf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oleObject" Target="../embeddings/oleObject4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4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17.xml"/><Relationship Id="rId7" Type="http://schemas.openxmlformats.org/officeDocument/2006/relationships/image" Target="../media/image3.emf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oleObject" Target="../embeddings/oleObject4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8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21.xml"/><Relationship Id="rId7" Type="http://schemas.openxmlformats.org/officeDocument/2006/relationships/image" Target="../media/image6.jpe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4.bin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4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4.bin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tags" Target="../tags/tag29.xml"/><Relationship Id="rId7" Type="http://schemas.openxmlformats.org/officeDocument/2006/relationships/image" Target="../media/image3.emf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oleObject" Target="../embeddings/oleObject2.bin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30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3.xml"/><Relationship Id="rId4" Type="http://schemas.openxmlformats.org/officeDocument/2006/relationships/image" Target="../media/image4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4.xml"/><Relationship Id="rId4" Type="http://schemas.openxmlformats.org/officeDocument/2006/relationships/image" Target="../media/image4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5.xml"/><Relationship Id="rId6" Type="http://schemas.openxmlformats.org/officeDocument/2006/relationships/image" Target="../media/image2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38.xml"/><Relationship Id="rId7" Type="http://schemas.openxmlformats.org/officeDocument/2006/relationships/image" Target="../media/image3.emf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oleObject" Target="../embeddings/oleObject4.bin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39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42.xml"/><Relationship Id="rId7" Type="http://schemas.openxmlformats.org/officeDocument/2006/relationships/image" Target="../media/image3.emf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oleObject" Target="../embeddings/oleObject4.bin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43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46.xml"/><Relationship Id="rId7" Type="http://schemas.openxmlformats.org/officeDocument/2006/relationships/image" Target="../media/image6.jpeg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4.bin"/><Relationship Id="rId4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7.xml"/><Relationship Id="rId6" Type="http://schemas.openxmlformats.org/officeDocument/2006/relationships/image" Target="../media/image2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50.xml"/><Relationship Id="rId7" Type="http://schemas.openxmlformats.org/officeDocument/2006/relationships/image" Target="../media/image6.jpeg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4.bin"/><Relationship Id="rId4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1.xml"/><Relationship Id="rId6" Type="http://schemas.openxmlformats.org/officeDocument/2006/relationships/image" Target="../media/image2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5.bin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tags" Target="../tags/tag55.xml"/><Relationship Id="rId7" Type="http://schemas.openxmlformats.org/officeDocument/2006/relationships/image" Target="../media/image3.emf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oleObject" Target="../embeddings/oleObject2.bin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5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58.xml"/><Relationship Id="rId1" Type="http://schemas.openxmlformats.org/officeDocument/2006/relationships/tags" Target="../tags/tag57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59.xml"/><Relationship Id="rId4" Type="http://schemas.openxmlformats.org/officeDocument/2006/relationships/image" Target="../media/image4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60.xml"/><Relationship Id="rId4" Type="http://schemas.openxmlformats.org/officeDocument/2006/relationships/image" Target="../media/image4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61.xml"/><Relationship Id="rId6" Type="http://schemas.openxmlformats.org/officeDocument/2006/relationships/image" Target="../media/image2.emf"/><Relationship Id="rId5" Type="http://schemas.openxmlformats.org/officeDocument/2006/relationships/image" Target="../media/image8.jpeg"/><Relationship Id="rId4" Type="http://schemas.openxmlformats.org/officeDocument/2006/relationships/image" Target="../media/image4.emf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64.xml"/><Relationship Id="rId7" Type="http://schemas.openxmlformats.org/officeDocument/2006/relationships/image" Target="../media/image3.emf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oleObject" Target="../embeddings/oleObject4.bin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65.xml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68.xml"/><Relationship Id="rId7" Type="http://schemas.openxmlformats.org/officeDocument/2006/relationships/image" Target="../media/image3.emf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oleObject" Target="../embeddings/oleObject4.bin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69.xml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72.xml"/><Relationship Id="rId7" Type="http://schemas.openxmlformats.org/officeDocument/2006/relationships/image" Target="../media/image9.jpeg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4.bin"/><Relationship Id="rId4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4.bin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4.bin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tags" Target="../tags/tag80.xml"/><Relationship Id="rId7" Type="http://schemas.openxmlformats.org/officeDocument/2006/relationships/image" Target="../media/image3.emf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oleObject" Target="../embeddings/oleObject7.bin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8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84.xml"/><Relationship Id="rId4" Type="http://schemas.openxmlformats.org/officeDocument/2006/relationships/image" Target="../media/image4.emf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85.xml"/><Relationship Id="rId4" Type="http://schemas.openxmlformats.org/officeDocument/2006/relationships/image" Target="../media/image4.emf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86.xml"/><Relationship Id="rId6" Type="http://schemas.openxmlformats.org/officeDocument/2006/relationships/image" Target="../media/image2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10.bin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89.xml"/><Relationship Id="rId7" Type="http://schemas.openxmlformats.org/officeDocument/2006/relationships/image" Target="../media/image3.emf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oleObject" Target="../embeddings/oleObject11.bin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90.xml"/><Relationship Id="rId9" Type="http://schemas.openxmlformats.org/officeDocument/2006/relationships/oleObject" Target="../embeddings/oleObject4.bin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93.xml"/><Relationship Id="rId7" Type="http://schemas.openxmlformats.org/officeDocument/2006/relationships/image" Target="../media/image3.emf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6" Type="http://schemas.openxmlformats.org/officeDocument/2006/relationships/oleObject" Target="../embeddings/oleObject12.bin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94.xml"/><Relationship Id="rId9" Type="http://schemas.openxmlformats.org/officeDocument/2006/relationships/oleObject" Target="../embeddings/oleObject4.bin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97.xml"/><Relationship Id="rId7" Type="http://schemas.openxmlformats.org/officeDocument/2006/relationships/image" Target="../media/image6.jpeg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3.bin"/><Relationship Id="rId4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98.xml"/><Relationship Id="rId6" Type="http://schemas.openxmlformats.org/officeDocument/2006/relationships/image" Target="../media/image2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14.bin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101.xml"/><Relationship Id="rId7" Type="http://schemas.openxmlformats.org/officeDocument/2006/relationships/image" Target="../media/image6.jpeg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5.bin"/><Relationship Id="rId4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02.xml"/><Relationship Id="rId6" Type="http://schemas.openxmlformats.org/officeDocument/2006/relationships/image" Target="../media/image2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16.bin"/></Relationships>
</file>

<file path=ppt/slideLayouts/_rels/slideLayout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tags" Target="../tags/tag106.xml"/><Relationship Id="rId7" Type="http://schemas.openxmlformats.org/officeDocument/2006/relationships/image" Target="../media/image3.emf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oleObject" Target="../embeddings/oleObject2.bin"/><Relationship Id="rId5" Type="http://schemas.openxmlformats.org/officeDocument/2006/relationships/slideMaster" Target="../slideMasters/slideMaster5.xml"/><Relationship Id="rId4" Type="http://schemas.openxmlformats.org/officeDocument/2006/relationships/tags" Target="../tags/tag107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09.xml"/><Relationship Id="rId1" Type="http://schemas.openxmlformats.org/officeDocument/2006/relationships/tags" Target="../tags/tag108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110.xml"/><Relationship Id="rId4" Type="http://schemas.openxmlformats.org/officeDocument/2006/relationships/image" Target="../media/image4.emf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111.xml"/><Relationship Id="rId4" Type="http://schemas.openxmlformats.org/officeDocument/2006/relationships/image" Target="../media/image4.emf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112.xml"/><Relationship Id="rId6" Type="http://schemas.openxmlformats.org/officeDocument/2006/relationships/image" Target="../media/image2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Layouts/_rels/slideLayout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115.xml"/><Relationship Id="rId7" Type="http://schemas.openxmlformats.org/officeDocument/2006/relationships/image" Target="../media/image3.emf"/><Relationship Id="rId2" Type="http://schemas.openxmlformats.org/officeDocument/2006/relationships/tags" Target="../tags/tag114.xml"/><Relationship Id="rId1" Type="http://schemas.openxmlformats.org/officeDocument/2006/relationships/tags" Target="../tags/tag113.xml"/><Relationship Id="rId6" Type="http://schemas.openxmlformats.org/officeDocument/2006/relationships/oleObject" Target="../embeddings/oleObject4.bin"/><Relationship Id="rId5" Type="http://schemas.openxmlformats.org/officeDocument/2006/relationships/slideMaster" Target="../slideMasters/slideMaster5.xml"/><Relationship Id="rId4" Type="http://schemas.openxmlformats.org/officeDocument/2006/relationships/tags" Target="../tags/tag116.xml"/></Relationships>
</file>

<file path=ppt/slideLayouts/_rels/slideLayout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119.xml"/><Relationship Id="rId7" Type="http://schemas.openxmlformats.org/officeDocument/2006/relationships/image" Target="../media/image3.emf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6" Type="http://schemas.openxmlformats.org/officeDocument/2006/relationships/oleObject" Target="../embeddings/oleObject4.bin"/><Relationship Id="rId5" Type="http://schemas.openxmlformats.org/officeDocument/2006/relationships/slideMaster" Target="../slideMasters/slideMaster5.xml"/><Relationship Id="rId4" Type="http://schemas.openxmlformats.org/officeDocument/2006/relationships/tags" Target="../tags/tag120.xml"/></Relationships>
</file>

<file path=ppt/slideLayouts/_rels/slideLayout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123.xml"/><Relationship Id="rId7" Type="http://schemas.openxmlformats.org/officeDocument/2006/relationships/image" Target="../media/image6.jpeg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4.bin"/><Relationship Id="rId4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124.xml"/><Relationship Id="rId6" Type="http://schemas.openxmlformats.org/officeDocument/2006/relationships/image" Target="../media/image2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Layouts/_rels/slideLayout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127.xml"/><Relationship Id="rId7" Type="http://schemas.openxmlformats.org/officeDocument/2006/relationships/image" Target="../media/image6.jpeg"/><Relationship Id="rId2" Type="http://schemas.openxmlformats.org/officeDocument/2006/relationships/tags" Target="../tags/tag126.xml"/><Relationship Id="rId1" Type="http://schemas.openxmlformats.org/officeDocument/2006/relationships/tags" Target="../tags/tag125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4.bin"/><Relationship Id="rId4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128.xml"/><Relationship Id="rId6" Type="http://schemas.openxmlformats.org/officeDocument/2006/relationships/image" Target="../media/image2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5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22932386"/>
              </p:ext>
            </p:ext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59" imgH="360" progId="TCLayout.ActiveDocument.1">
                  <p:embed/>
                </p:oleObj>
              </mc:Choice>
              <mc:Fallback>
                <p:oleObj name="think-cell Slide" r:id="rId6" imgW="359" imgH="360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" hidden="1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12273230" y="178630"/>
            <a:ext cx="49191" cy="3080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" b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  <a:sym typeface="+mn-lt"/>
              </a:defRPr>
            </a:lvl1pPr>
          </a:lstStyle>
          <a:p>
            <a:fld id="{01940DDA-0656-452C-A408-68789653BD9B}" type="slidenum">
              <a:rPr lang="de-DE" smtClean="0">
                <a:latin typeface="+mn-lt"/>
              </a:rPr>
              <a:pPr/>
              <a:t>‹Nr.›</a:t>
            </a:fld>
            <a:endParaRPr lang="de-DE">
              <a:latin typeface="+mn-lt"/>
            </a:endParaRPr>
          </a:p>
        </p:txBody>
      </p:sp>
      <p:sp>
        <p:nvSpPr>
          <p:cNvPr id="4" name="Footer Placeholder" hidden="1"/>
          <p:cNvSpPr>
            <a:spLocks noGrp="1"/>
          </p:cNvSpPr>
          <p:nvPr>
            <p:ph type="ftr" sz="quarter" idx="12"/>
            <p:custDataLst>
              <p:tags r:id="rId3"/>
            </p:custDataLst>
          </p:nvPr>
        </p:nvSpPr>
        <p:spPr>
          <a:xfrm>
            <a:off x="12273234" y="228650"/>
            <a:ext cx="391133" cy="3077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lang="en-US" sz="200" b="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de-DE">
                <a:latin typeface="+mn-lt"/>
              </a:rPr>
              <a:t>Template ADAC new CD | 27.12.2017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67591" y="757422"/>
            <a:ext cx="11066688" cy="1020579"/>
          </a:xfrm>
        </p:spPr>
        <p:txBody>
          <a:bodyPr/>
          <a:lstStyle>
            <a:lvl1pPr>
              <a:tabLst>
                <a:tab pos="1252317" algn="l"/>
              </a:tabLst>
              <a:defRPr>
                <a:latin typeface="+mj-lt"/>
                <a:sym typeface="+mn-lt"/>
              </a:defRPr>
            </a:lvl1pPr>
          </a:lstStyle>
          <a:p>
            <a:r>
              <a:rPr lang="de-DE"/>
              <a:t>Headline</a:t>
            </a:r>
          </a:p>
        </p:txBody>
      </p:sp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191274935"/>
              </p:ext>
            </p:ext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59" imgH="360" progId="TCLayout.ActiveDocument.1">
                  <p:embed/>
                </p:oleObj>
              </mc:Choice>
              <mc:Fallback>
                <p:oleObj name="think-cell Slide" r:id="rId8" imgW="359" imgH="360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76013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68325" y="1924050"/>
            <a:ext cx="4298950" cy="257591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5076826" y="1924051"/>
            <a:ext cx="6557963" cy="150429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600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" hidden="1"/>
          <p:cNvSpPr>
            <a:spLocks noGrp="1"/>
          </p:cNvSpPr>
          <p:nvPr>
            <p:ph type="sldNum" sz="quarter" idx="11"/>
            <p:custDataLst>
              <p:tags r:id="rId1"/>
            </p:custDataLst>
          </p:nvPr>
        </p:nvSpPr>
        <p:spPr>
          <a:xfrm>
            <a:off x="12273230" y="178630"/>
            <a:ext cx="49191" cy="3080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" b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  <a:sym typeface="+mn-lt"/>
              </a:defRPr>
            </a:lvl1pPr>
          </a:lstStyle>
          <a:p>
            <a:fld id="{01940DDA-0656-452C-A408-68789653BD9B}" type="slidenum">
              <a:rPr lang="de-DE" smtClean="0">
                <a:latin typeface="+mn-lt"/>
              </a:rPr>
              <a:pPr/>
              <a:t>‹Nr.›</a:t>
            </a:fld>
            <a:endParaRPr lang="de-DE">
              <a:latin typeface="+mn-lt"/>
            </a:endParaRPr>
          </a:p>
        </p:txBody>
      </p:sp>
      <p:sp>
        <p:nvSpPr>
          <p:cNvPr id="13" name="Footer Placeholder" hidden="1"/>
          <p:cNvSpPr>
            <a:spLocks noGrp="1"/>
          </p:cNvSpPr>
          <p:nvPr>
            <p:ph type="ftr" sz="quarter" idx="10"/>
            <p:custDataLst>
              <p:tags r:id="rId2"/>
            </p:custDataLst>
          </p:nvPr>
        </p:nvSpPr>
        <p:spPr>
          <a:xfrm>
            <a:off x="12273234" y="228650"/>
            <a:ext cx="391133" cy="3077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lang="en-US" sz="200" b="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de-DE">
                <a:latin typeface="+mn-lt"/>
              </a:rPr>
              <a:t>Template ADAC new CD | 27.12.2017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572862" y="1946979"/>
            <a:ext cx="11066688" cy="1261371"/>
          </a:xfrm>
        </p:spPr>
        <p:txBody>
          <a:bodyPr/>
          <a:lstStyle>
            <a:lvl1pPr>
              <a:defRPr baseline="0">
                <a:latin typeface="+mn-lt"/>
                <a:sym typeface="+mn-lt"/>
              </a:defRPr>
            </a:lvl1pPr>
            <a:lvl2pPr>
              <a:defRPr>
                <a:latin typeface="+mn-lt"/>
                <a:sym typeface="+mn-lt"/>
              </a:defRPr>
            </a:lvl2pPr>
            <a:lvl3pPr>
              <a:defRPr>
                <a:latin typeface="+mn-lt"/>
                <a:sym typeface="+mn-lt"/>
              </a:defRPr>
            </a:lvl3pPr>
            <a:lvl4pPr>
              <a:defRPr>
                <a:latin typeface="+mn-lt"/>
                <a:sym typeface="+mn-lt"/>
              </a:defRPr>
            </a:lvl4pPr>
          </a:lstStyle>
          <a:p>
            <a:pPr lvl="0"/>
            <a:r>
              <a:rPr lang="de-DE"/>
              <a:t>Textplatzhalter 18 pt</a:t>
            </a:r>
          </a:p>
          <a:p>
            <a:pPr lvl="1"/>
            <a:r>
              <a:rPr lang="de-DE"/>
              <a:t>Ebene 1</a:t>
            </a:r>
          </a:p>
          <a:p>
            <a:pPr lvl="2"/>
            <a:r>
              <a:rPr lang="de-DE"/>
              <a:t>Ebene 2</a:t>
            </a:r>
          </a:p>
          <a:p>
            <a:pPr lvl="3"/>
            <a:r>
              <a:rPr lang="de-DE"/>
              <a:t>Ebene 3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67591" y="757422"/>
            <a:ext cx="11066688" cy="1020579"/>
          </a:xfrm>
        </p:spPr>
        <p:txBody>
          <a:bodyPr/>
          <a:lstStyle>
            <a:lvl1pPr>
              <a:defRPr>
                <a:latin typeface="+mj-lt"/>
                <a:sym typeface="+mn-lt"/>
              </a:defRPr>
            </a:lvl1pPr>
          </a:lstStyle>
          <a:p>
            <a:r>
              <a:rPr lang="de-DE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103795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itelseite gelb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4582574"/>
              </p:ext>
            </p:extLst>
          </p:nvPr>
        </p:nvGraphicFramePr>
        <p:xfrm>
          <a:off x="1957" y="1592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16" imgH="216" progId="TCLayout.ActiveDocument.1">
                  <p:embed/>
                </p:oleObj>
              </mc:Choice>
              <mc:Fallback>
                <p:oleObj name="think-cell Slide" r:id="rId3" imgW="216" imgH="216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7" y="1592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Slide Number Placeholder" hidden="1"/>
          <p:cNvSpPr>
            <a:spLocks noGrp="1"/>
          </p:cNvSpPr>
          <p:nvPr>
            <p:ph type="sldNum" sz="quarter" idx="11"/>
          </p:nvPr>
        </p:nvSpPr>
        <p:spPr>
          <a:xfrm>
            <a:off x="12273230" y="178630"/>
            <a:ext cx="49191" cy="3080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" b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  <a:sym typeface="+mn-lt"/>
              </a:defRPr>
            </a:lvl1pPr>
          </a:lstStyle>
          <a:p>
            <a:fld id="{01940DDA-0656-452C-A408-68789653BD9B}" type="slidenum">
              <a:rPr lang="de-DE" smtClean="0">
                <a:latin typeface="+mn-lt"/>
              </a:rPr>
              <a:pPr/>
              <a:t>‹Nr.›</a:t>
            </a:fld>
            <a:endParaRPr lang="de-DE">
              <a:latin typeface="+mn-lt"/>
            </a:endParaRPr>
          </a:p>
        </p:txBody>
      </p:sp>
      <p:sp>
        <p:nvSpPr>
          <p:cNvPr id="13" name="Footer Placeholder" hidden="1"/>
          <p:cNvSpPr>
            <a:spLocks noGrp="1"/>
          </p:cNvSpPr>
          <p:nvPr>
            <p:ph type="ftr" sz="quarter" idx="10"/>
          </p:nvPr>
        </p:nvSpPr>
        <p:spPr>
          <a:xfrm>
            <a:off x="12273234" y="228650"/>
            <a:ext cx="391133" cy="3077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lang="en-US" sz="200" b="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de-DE">
                <a:latin typeface="+mn-lt"/>
              </a:rPr>
              <a:t>Template ADAC new CD | 27.12.2017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 hasCustomPrompt="1"/>
          </p:nvPr>
        </p:nvSpPr>
        <p:spPr>
          <a:xfrm>
            <a:off x="562610" y="1743243"/>
            <a:ext cx="10770114" cy="601062"/>
          </a:xfrm>
        </p:spPr>
        <p:txBody>
          <a:bodyPr wrap="square" lIns="0" tIns="0" rIns="0" bIns="0" anchor="t" anchorCtr="0">
            <a:spAutoFit/>
          </a:bodyPr>
          <a:lstStyle>
            <a:lvl1pPr marL="1060236" indent="-1060236" algn="l">
              <a:tabLst/>
              <a:defRPr sz="4200" b="1">
                <a:latin typeface="+mj-lt"/>
                <a:sym typeface="+mn-lt"/>
              </a:defRPr>
            </a:lvl1pPr>
          </a:lstStyle>
          <a:p>
            <a:r>
              <a:rPr lang="de-DE"/>
              <a:t>1.	Kapitel</a:t>
            </a:r>
          </a:p>
        </p:txBody>
      </p:sp>
    </p:spTree>
    <p:extLst>
      <p:ext uri="{BB962C8B-B14F-4D97-AF65-F5344CB8AC3E}">
        <p14:creationId xmlns:p14="http://schemas.microsoft.com/office/powerpoint/2010/main" val="359293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itelseite weiß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9826599"/>
              </p:ext>
            </p:extLst>
          </p:nvPr>
        </p:nvGraphicFramePr>
        <p:xfrm>
          <a:off x="1957" y="1592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16" imgH="216" progId="TCLayout.ActiveDocument.1">
                  <p:embed/>
                </p:oleObj>
              </mc:Choice>
              <mc:Fallback>
                <p:oleObj name="think-cell Slide" r:id="rId3" imgW="216" imgH="216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7" y="1592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Slide Number Placeholder" hidden="1"/>
          <p:cNvSpPr>
            <a:spLocks noGrp="1"/>
          </p:cNvSpPr>
          <p:nvPr>
            <p:ph type="sldNum" sz="quarter" idx="11"/>
          </p:nvPr>
        </p:nvSpPr>
        <p:spPr>
          <a:xfrm>
            <a:off x="12273230" y="178630"/>
            <a:ext cx="49191" cy="3080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" b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  <a:sym typeface="+mn-lt"/>
              </a:defRPr>
            </a:lvl1pPr>
          </a:lstStyle>
          <a:p>
            <a:fld id="{01940DDA-0656-452C-A408-68789653BD9B}" type="slidenum">
              <a:rPr lang="de-DE" smtClean="0">
                <a:latin typeface="+mn-lt"/>
              </a:rPr>
              <a:pPr/>
              <a:t>‹Nr.›</a:t>
            </a:fld>
            <a:endParaRPr lang="de-DE">
              <a:latin typeface="+mn-lt"/>
            </a:endParaRPr>
          </a:p>
        </p:txBody>
      </p:sp>
      <p:sp>
        <p:nvSpPr>
          <p:cNvPr id="13" name="Footer Placeholder" hidden="1"/>
          <p:cNvSpPr>
            <a:spLocks noGrp="1"/>
          </p:cNvSpPr>
          <p:nvPr>
            <p:ph type="ftr" sz="quarter" idx="10"/>
          </p:nvPr>
        </p:nvSpPr>
        <p:spPr>
          <a:xfrm>
            <a:off x="12273234" y="228650"/>
            <a:ext cx="391133" cy="3077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lang="en-US" sz="200" b="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de-DE">
                <a:latin typeface="+mn-lt"/>
              </a:rPr>
              <a:t>Template ADAC new CD | 27.12.2017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 hasCustomPrompt="1"/>
          </p:nvPr>
        </p:nvSpPr>
        <p:spPr>
          <a:xfrm>
            <a:off x="562610" y="1743243"/>
            <a:ext cx="10770114" cy="601062"/>
          </a:xfrm>
        </p:spPr>
        <p:txBody>
          <a:bodyPr wrap="square" lIns="0" tIns="0" rIns="0" bIns="0" anchor="t" anchorCtr="0">
            <a:spAutoFit/>
          </a:bodyPr>
          <a:lstStyle>
            <a:lvl1pPr marL="1060236" indent="-1060236" algn="l">
              <a:tabLst/>
              <a:defRPr sz="4200" b="1">
                <a:latin typeface="+mj-lt"/>
                <a:sym typeface="+mn-lt"/>
              </a:defRPr>
            </a:lvl1pPr>
          </a:lstStyle>
          <a:p>
            <a:r>
              <a:rPr lang="de-DE"/>
              <a:t>1.	Kapitel</a:t>
            </a:r>
          </a:p>
        </p:txBody>
      </p:sp>
    </p:spTree>
    <p:extLst>
      <p:ext uri="{BB962C8B-B14F-4D97-AF65-F5344CB8AC3E}">
        <p14:creationId xmlns:p14="http://schemas.microsoft.com/office/powerpoint/2010/main" val="1842548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seite Hintergrundbild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8592486"/>
              </p:ext>
            </p:extLst>
          </p:nvPr>
        </p:nvGraphicFramePr>
        <p:xfrm>
          <a:off x="1957" y="1592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16" imgH="216" progId="TCLayout.ActiveDocument.1">
                  <p:embed/>
                </p:oleObj>
              </mc:Choice>
              <mc:Fallback>
                <p:oleObj name="think-cell Slide" r:id="rId4" imgW="216" imgH="216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7" y="1592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Slide Number Placeholder" hidden="1"/>
          <p:cNvSpPr>
            <a:spLocks noGrp="1"/>
          </p:cNvSpPr>
          <p:nvPr>
            <p:ph type="sldNum" sz="quarter" idx="11"/>
          </p:nvPr>
        </p:nvSpPr>
        <p:spPr>
          <a:xfrm>
            <a:off x="12273230" y="178630"/>
            <a:ext cx="49191" cy="3080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" b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  <a:sym typeface="+mn-lt"/>
              </a:defRPr>
            </a:lvl1pPr>
          </a:lstStyle>
          <a:p>
            <a:fld id="{01940DDA-0656-452C-A408-68789653BD9B}" type="slidenum">
              <a:rPr lang="de-DE" smtClean="0">
                <a:latin typeface="+mn-lt"/>
              </a:rPr>
              <a:pPr/>
              <a:t>‹Nr.›</a:t>
            </a:fld>
            <a:endParaRPr lang="de-DE">
              <a:latin typeface="+mn-lt"/>
            </a:endParaRPr>
          </a:p>
        </p:txBody>
      </p:sp>
      <p:sp>
        <p:nvSpPr>
          <p:cNvPr id="13" name="Footer Placeholder" hidden="1"/>
          <p:cNvSpPr>
            <a:spLocks noGrp="1"/>
          </p:cNvSpPr>
          <p:nvPr>
            <p:ph type="ftr" sz="quarter" idx="10"/>
          </p:nvPr>
        </p:nvSpPr>
        <p:spPr>
          <a:xfrm>
            <a:off x="12273234" y="228650"/>
            <a:ext cx="391133" cy="3077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lang="en-US" sz="200" b="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de-DE">
                <a:latin typeface="+mn-lt"/>
              </a:rPr>
              <a:t>Template ADAC </a:t>
            </a:r>
            <a:r>
              <a:rPr lang="de-DE" err="1">
                <a:latin typeface="+mn-lt"/>
              </a:rPr>
              <a:t>new</a:t>
            </a:r>
            <a:r>
              <a:rPr lang="de-DE">
                <a:latin typeface="+mn-lt"/>
              </a:rPr>
              <a:t> CD | 27.12.2017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 hasCustomPrompt="1"/>
          </p:nvPr>
        </p:nvSpPr>
        <p:spPr>
          <a:xfrm>
            <a:off x="562610" y="1743243"/>
            <a:ext cx="10770114" cy="601062"/>
          </a:xfrm>
        </p:spPr>
        <p:txBody>
          <a:bodyPr wrap="square" lIns="0" tIns="0" rIns="0" bIns="0" anchor="b" anchorCtr="0">
            <a:spAutoFit/>
          </a:bodyPr>
          <a:lstStyle>
            <a:lvl1pPr marL="1060236" indent="-1060236" algn="l">
              <a:tabLst/>
              <a:defRPr sz="4200" b="1">
                <a:latin typeface="+mj-lt"/>
                <a:sym typeface="+mn-lt"/>
              </a:defRPr>
            </a:lvl1pPr>
          </a:lstStyle>
          <a:p>
            <a:r>
              <a:rPr lang="de-DE"/>
              <a:t>1.	Kapitel</a:t>
            </a:r>
          </a:p>
        </p:txBody>
      </p:sp>
      <p:sp>
        <p:nvSpPr>
          <p:cNvPr id="9" name="Slide Number"/>
          <p:cNvSpPr txBox="1">
            <a:spLocks noChangeArrowheads="1"/>
          </p:cNvSpPr>
          <p:nvPr userDrawn="1"/>
        </p:nvSpPr>
        <p:spPr bwMode="auto">
          <a:xfrm>
            <a:off x="572862" y="6469177"/>
            <a:ext cx="246862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sz="900" b="0" smtClean="0"/>
            </a:lvl1pPr>
          </a:lstStyle>
          <a:p>
            <a:pPr marL="0" marR="0" lvl="0" indent="0" algn="l" defTabSz="914239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A7B471-74A3-4F5F-8955-6C99E2375CAC}" type="slidenum">
              <a:rPr kumimoji="0" lang="de-DE" sz="10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lt"/>
              </a:rPr>
              <a:pPr marL="0" marR="0" lvl="0" indent="0" algn="l" defTabSz="914239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sz="1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lt"/>
            </a:endParaRPr>
          </a:p>
        </p:txBody>
      </p:sp>
      <p:pic>
        <p:nvPicPr>
          <p:cNvPr id="15" name="Bild 11"/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532" t="11976" r="4077" b="13036"/>
          <a:stretch/>
        </p:blipFill>
        <p:spPr>
          <a:xfrm>
            <a:off x="1059224" y="6480665"/>
            <a:ext cx="284556" cy="99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959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ckblatt gelb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51310781"/>
              </p:ext>
            </p:ext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59" imgH="360" progId="TCLayout.ActiveDocument.1">
                  <p:embed/>
                </p:oleObj>
              </mc:Choice>
              <mc:Fallback>
                <p:oleObj name="think-cell Slide" r:id="rId6" imgW="359" imgH="360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Slide Number Placeholder" hidden="1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12273230" y="178630"/>
            <a:ext cx="49191" cy="3080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" b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  <a:sym typeface="+mn-lt"/>
              </a:defRPr>
            </a:lvl1pPr>
          </a:lstStyle>
          <a:p>
            <a:fld id="{01940DDA-0656-452C-A408-68789653BD9B}" type="slidenum">
              <a:rPr lang="de-DE" smtClean="0">
                <a:latin typeface="+mn-lt"/>
              </a:rPr>
              <a:pPr/>
              <a:t>‹Nr.›</a:t>
            </a:fld>
            <a:endParaRPr lang="de-DE">
              <a:latin typeface="+mn-lt"/>
            </a:endParaRPr>
          </a:p>
        </p:txBody>
      </p:sp>
      <p:sp>
        <p:nvSpPr>
          <p:cNvPr id="15" name="Footer Placeholder" hidden="1"/>
          <p:cNvSpPr>
            <a:spLocks noGrp="1"/>
          </p:cNvSpPr>
          <p:nvPr>
            <p:ph type="ftr" sz="quarter" idx="10"/>
            <p:custDataLst>
              <p:tags r:id="rId3"/>
            </p:custDataLst>
          </p:nvPr>
        </p:nvSpPr>
        <p:spPr>
          <a:xfrm>
            <a:off x="12273234" y="228650"/>
            <a:ext cx="391133" cy="3077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lang="en-US" sz="200" b="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de-DE">
                <a:latin typeface="+mn-lt"/>
              </a:rPr>
              <a:t>Template ADAC new CD | 27.12.2017</a:t>
            </a:r>
          </a:p>
        </p:txBody>
      </p:sp>
      <p:sp>
        <p:nvSpPr>
          <p:cNvPr id="10" name="Type of document"/>
          <p:cNvSpPr>
            <a:spLocks noGrp="1"/>
          </p:cNvSpPr>
          <p:nvPr>
            <p:ph type="body" sz="quarter" idx="18" hasCustomPrompt="1"/>
          </p:nvPr>
        </p:nvSpPr>
        <p:spPr>
          <a:xfrm>
            <a:off x="530085" y="3857399"/>
            <a:ext cx="7867222" cy="581698"/>
          </a:xfrm>
        </p:spPr>
        <p:txBody>
          <a:bodyPr wrap="square" lIns="0" tIns="0" rIns="0" anchor="t" anchorCtr="0">
            <a:noAutofit/>
          </a:bodyPr>
          <a:lstStyle>
            <a:lvl1pPr>
              <a:lnSpc>
                <a:spcPct val="93000"/>
              </a:lnSpc>
              <a:spcBef>
                <a:spcPts val="0"/>
              </a:spcBef>
              <a:defRPr sz="3600" b="1">
                <a:latin typeface="+mn-lt"/>
                <a:sym typeface="+mn-lt"/>
              </a:defRPr>
            </a:lvl1pPr>
            <a:lvl2pPr>
              <a:lnSpc>
                <a:spcPct val="90000"/>
              </a:lnSpc>
              <a:spcBef>
                <a:spcPts val="0"/>
              </a:spcBef>
              <a:defRPr/>
            </a:lvl2pPr>
            <a:lvl3pPr>
              <a:lnSpc>
                <a:spcPct val="90000"/>
              </a:lnSpc>
              <a:spcBef>
                <a:spcPts val="0"/>
              </a:spcBef>
              <a:defRPr/>
            </a:lvl3pPr>
            <a:lvl4pPr>
              <a:lnSpc>
                <a:spcPct val="90000"/>
              </a:lnSpc>
              <a:spcBef>
                <a:spcPts val="0"/>
              </a:spcBef>
              <a:defRPr/>
            </a:lvl4pPr>
            <a:lvl5pPr>
              <a:lnSpc>
                <a:spcPct val="9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de-DE"/>
              <a:t>Hier steht eine </a:t>
            </a:r>
            <a:r>
              <a:rPr lang="de-DE" err="1"/>
              <a:t>Subline</a:t>
            </a:r>
            <a:endParaRPr lang="de-DE"/>
          </a:p>
        </p:txBody>
      </p:sp>
      <p:sp>
        <p:nvSpPr>
          <p:cNvPr id="4" name="Project name"/>
          <p:cNvSpPr>
            <a:spLocks noGrp="1"/>
          </p:cNvSpPr>
          <p:nvPr>
            <p:ph type="title" hasCustomPrompt="1"/>
          </p:nvPr>
        </p:nvSpPr>
        <p:spPr>
          <a:xfrm>
            <a:off x="510629" y="1711427"/>
            <a:ext cx="7867222" cy="2103140"/>
          </a:xfrm>
        </p:spPr>
        <p:txBody>
          <a:bodyPr wrap="square" lIns="0" rIns="0" bIns="0" anchor="t" anchorCtr="0">
            <a:spAutoFit/>
          </a:bodyPr>
          <a:lstStyle>
            <a:lvl1pPr algn="l" rtl="0" fontAlgn="auto">
              <a:lnSpc>
                <a:spcPts val="8198"/>
              </a:lnSpc>
              <a:spcBef>
                <a:spcPts val="0"/>
              </a:spcBef>
              <a:spcAft>
                <a:spcPts val="0"/>
              </a:spcAft>
              <a:defRPr lang="en-US" sz="7998" b="1" kern="1200" dirty="0">
                <a:solidFill>
                  <a:prstClr val="black"/>
                </a:solidFill>
                <a:latin typeface="Calibri" panose="020F0502020204030204"/>
                <a:ea typeface="Milo Slab Pro" charset="0"/>
                <a:cs typeface="Milo Slab Pro" charset="0"/>
              </a:defRPr>
            </a:lvl1pPr>
          </a:lstStyle>
          <a:p>
            <a:r>
              <a:rPr lang="de-DE"/>
              <a:t>Hier steht </a:t>
            </a:r>
            <a:br>
              <a:rPr lang="de-DE"/>
            </a:br>
            <a:r>
              <a:rPr lang="de-DE"/>
              <a:t>eine Headline</a:t>
            </a:r>
          </a:p>
        </p:txBody>
      </p:sp>
      <p:sp>
        <p:nvSpPr>
          <p:cNvPr id="11" name="Client name"/>
          <p:cNvSpPr>
            <a:spLocks noGrp="1"/>
          </p:cNvSpPr>
          <p:nvPr>
            <p:ph type="body" sz="quarter" idx="19" hasCustomPrompt="1"/>
          </p:nvPr>
        </p:nvSpPr>
        <p:spPr>
          <a:xfrm>
            <a:off x="561599" y="4592068"/>
            <a:ext cx="7867222" cy="215444"/>
          </a:xfrm>
        </p:spPr>
        <p:txBody>
          <a:bodyPr anchor="b" anchorCtr="0">
            <a:spAutoFit/>
          </a:bodyPr>
          <a:lstStyle>
            <a:lvl1pPr>
              <a:lnSpc>
                <a:spcPct val="100000"/>
              </a:lnSpc>
              <a:defRPr sz="1400" baseline="0">
                <a:latin typeface="+mn-lt"/>
                <a:sym typeface="+mn-lt"/>
              </a:defRPr>
            </a:lvl1pPr>
          </a:lstStyle>
          <a:p>
            <a:pPr lvl="0"/>
            <a:r>
              <a:rPr lang="de-DE"/>
              <a:t>Vorname Nachname, ADAC  |  5. Dezember 2017 </a:t>
            </a:r>
          </a:p>
        </p:txBody>
      </p:sp>
      <p:sp>
        <p:nvSpPr>
          <p:cNvPr id="22" name="Textfeld 8"/>
          <p:cNvSpPr txBox="1"/>
          <p:nvPr/>
        </p:nvSpPr>
        <p:spPr>
          <a:xfrm>
            <a:off x="561599" y="6474007"/>
            <a:ext cx="7251894" cy="1300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auto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 b="0">
                <a:solidFill>
                  <a:prstClr val="black"/>
                </a:solidFill>
                <a:latin typeface="Calibri" panose="020F0502020204030204"/>
              </a:rPr>
              <a:t>© </a:t>
            </a:r>
            <a:r>
              <a:rPr lang="de-DE" sz="1000" b="0">
                <a:solidFill>
                  <a:prstClr val="black"/>
                </a:solidFill>
                <a:latin typeface="Calibri" panose="020F0502020204030204"/>
                <a:ea typeface="MiloPro" charset="0"/>
                <a:cs typeface="MiloPro" charset="0"/>
              </a:rPr>
              <a:t>ADAC e. V.</a:t>
            </a:r>
            <a:endParaRPr lang="de-DE" sz="1000">
              <a:solidFill>
                <a:prstClr val="black"/>
              </a:solidFill>
              <a:latin typeface="Calibri" panose="020F0502020204030204"/>
              <a:ea typeface="Milo Pro" charset="0"/>
              <a:cs typeface="Milo Pro" charset="0"/>
            </a:endParaRPr>
          </a:p>
        </p:txBody>
      </p:sp>
      <p:pic>
        <p:nvPicPr>
          <p:cNvPr id="12" name="Bild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33197" y="272128"/>
            <a:ext cx="997104" cy="406713"/>
          </a:xfrm>
          <a:prstGeom prst="rect">
            <a:avLst/>
          </a:prstGeom>
        </p:spPr>
      </p:pic>
      <p:graphicFrame>
        <p:nvGraphicFramePr>
          <p:cNvPr id="13" name="Object 12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889903861"/>
              </p:ext>
            </p:ext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59" imgH="360" progId="TCLayout.ActiveDocument.1">
                  <p:embed/>
                </p:oleObj>
              </mc:Choice>
              <mc:Fallback>
                <p:oleObj name="think-cell Slide" r:id="rId6" imgW="359" imgH="360" progId="TCLayout.ActiveDocument.1">
                  <p:embed/>
                  <p:pic>
                    <p:nvPicPr>
                      <p:cNvPr id="13" name="Object 12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feld 8"/>
          <p:cNvSpPr txBox="1"/>
          <p:nvPr userDrawn="1"/>
        </p:nvSpPr>
        <p:spPr>
          <a:xfrm>
            <a:off x="561599" y="6474007"/>
            <a:ext cx="7251894" cy="1300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auto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 b="0">
                <a:solidFill>
                  <a:prstClr val="black"/>
                </a:solidFill>
                <a:latin typeface="Calibri" panose="020F0502020204030204"/>
              </a:rPr>
              <a:t>© </a:t>
            </a:r>
            <a:r>
              <a:rPr lang="de-DE" sz="1000" b="0">
                <a:solidFill>
                  <a:prstClr val="black"/>
                </a:solidFill>
                <a:latin typeface="Calibri" panose="020F0502020204030204"/>
                <a:ea typeface="MiloPro" charset="0"/>
                <a:cs typeface="MiloPro" charset="0"/>
              </a:rPr>
              <a:t>ADAC e. V.</a:t>
            </a:r>
            <a:endParaRPr lang="de-DE" sz="1000">
              <a:solidFill>
                <a:prstClr val="black"/>
              </a:solidFill>
              <a:latin typeface="Calibri" panose="020F0502020204030204"/>
              <a:ea typeface="Milo Pro" charset="0"/>
              <a:cs typeface="Milo Pro" charset="0"/>
            </a:endParaRPr>
          </a:p>
        </p:txBody>
      </p:sp>
      <p:pic>
        <p:nvPicPr>
          <p:cNvPr id="17" name="Bild 11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33197" y="272128"/>
            <a:ext cx="997104" cy="40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522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ckblatt mehr Tex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93030878"/>
              </p:ext>
            </p:ext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59" imgH="360" progId="TCLayout.ActiveDocument.1">
                  <p:embed/>
                </p:oleObj>
              </mc:Choice>
              <mc:Fallback>
                <p:oleObj name="think-cell Slide" r:id="rId6" imgW="359" imgH="360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Slide Number Placeholder" hidden="1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12273230" y="178630"/>
            <a:ext cx="49191" cy="3080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" b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  <a:sym typeface="+mn-lt"/>
              </a:defRPr>
            </a:lvl1pPr>
          </a:lstStyle>
          <a:p>
            <a:fld id="{01940DDA-0656-452C-A408-68789653BD9B}" type="slidenum">
              <a:rPr lang="de-DE" smtClean="0">
                <a:latin typeface="+mn-lt"/>
              </a:rPr>
              <a:pPr/>
              <a:t>‹Nr.›</a:t>
            </a:fld>
            <a:endParaRPr lang="de-DE">
              <a:latin typeface="+mn-lt"/>
            </a:endParaRPr>
          </a:p>
        </p:txBody>
      </p:sp>
      <p:sp>
        <p:nvSpPr>
          <p:cNvPr id="15" name="Footer Placeholder" hidden="1"/>
          <p:cNvSpPr>
            <a:spLocks noGrp="1"/>
          </p:cNvSpPr>
          <p:nvPr>
            <p:ph type="ftr" sz="quarter" idx="10"/>
            <p:custDataLst>
              <p:tags r:id="rId3"/>
            </p:custDataLst>
          </p:nvPr>
        </p:nvSpPr>
        <p:spPr>
          <a:xfrm>
            <a:off x="12273234" y="228650"/>
            <a:ext cx="391133" cy="3077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lang="en-US" sz="200" b="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de-DE">
                <a:latin typeface="+mn-lt"/>
              </a:rPr>
              <a:t>Template ADAC new CD | 27.12.2017</a:t>
            </a:r>
          </a:p>
        </p:txBody>
      </p:sp>
      <p:sp>
        <p:nvSpPr>
          <p:cNvPr id="10" name="Type of document"/>
          <p:cNvSpPr>
            <a:spLocks noGrp="1"/>
          </p:cNvSpPr>
          <p:nvPr>
            <p:ph type="body" sz="quarter" idx="18" hasCustomPrompt="1"/>
          </p:nvPr>
        </p:nvSpPr>
        <p:spPr>
          <a:xfrm>
            <a:off x="530085" y="3857399"/>
            <a:ext cx="7867222" cy="581698"/>
          </a:xfrm>
        </p:spPr>
        <p:txBody>
          <a:bodyPr wrap="square" lIns="0" tIns="0" rIns="0" anchor="t" anchorCtr="0">
            <a:noAutofit/>
          </a:bodyPr>
          <a:lstStyle>
            <a:lvl1pPr>
              <a:lnSpc>
                <a:spcPct val="93000"/>
              </a:lnSpc>
              <a:spcBef>
                <a:spcPts val="0"/>
              </a:spcBef>
              <a:defRPr sz="2400" b="1">
                <a:latin typeface="+mn-lt"/>
                <a:sym typeface="+mn-lt"/>
              </a:defRPr>
            </a:lvl1pPr>
            <a:lvl2pPr>
              <a:lnSpc>
                <a:spcPct val="90000"/>
              </a:lnSpc>
              <a:spcBef>
                <a:spcPts val="0"/>
              </a:spcBef>
              <a:defRPr/>
            </a:lvl2pPr>
            <a:lvl3pPr>
              <a:lnSpc>
                <a:spcPct val="90000"/>
              </a:lnSpc>
              <a:spcBef>
                <a:spcPts val="0"/>
              </a:spcBef>
              <a:defRPr/>
            </a:lvl3pPr>
            <a:lvl4pPr>
              <a:lnSpc>
                <a:spcPct val="90000"/>
              </a:lnSpc>
              <a:spcBef>
                <a:spcPts val="0"/>
              </a:spcBef>
              <a:defRPr/>
            </a:lvl4pPr>
            <a:lvl5pPr>
              <a:lnSpc>
                <a:spcPct val="9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de-DE"/>
              <a:t>Hier steht eine </a:t>
            </a:r>
            <a:r>
              <a:rPr lang="de-DE" err="1"/>
              <a:t>Subline</a:t>
            </a:r>
            <a:endParaRPr lang="de-DE"/>
          </a:p>
        </p:txBody>
      </p:sp>
      <p:sp>
        <p:nvSpPr>
          <p:cNvPr id="4" name="Project name"/>
          <p:cNvSpPr>
            <a:spLocks noGrp="1"/>
          </p:cNvSpPr>
          <p:nvPr>
            <p:ph type="title" hasCustomPrompt="1"/>
          </p:nvPr>
        </p:nvSpPr>
        <p:spPr>
          <a:xfrm>
            <a:off x="510629" y="2190904"/>
            <a:ext cx="10370972" cy="1231106"/>
          </a:xfrm>
        </p:spPr>
        <p:txBody>
          <a:bodyPr wrap="square" lIns="0" rIns="0" bIns="0" anchor="t" anchorCtr="0">
            <a:spAutoFit/>
          </a:bodyPr>
          <a:lstStyle>
            <a:lvl1pPr algn="l" rtl="0" fontAlgn="auto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lang="en-US" sz="4200" b="1" kern="1200" dirty="0">
                <a:solidFill>
                  <a:prstClr val="black"/>
                </a:solidFill>
                <a:latin typeface="Calibri" panose="020F0502020204030204"/>
                <a:ea typeface="Milo Slab Pro" charset="0"/>
                <a:cs typeface="Milo Slab Pro" charset="0"/>
              </a:defRPr>
            </a:lvl1pPr>
          </a:lstStyle>
          <a:p>
            <a:r>
              <a:rPr lang="de-DE"/>
              <a:t>Hier steht </a:t>
            </a:r>
            <a:br>
              <a:rPr lang="de-DE"/>
            </a:br>
            <a:r>
              <a:rPr lang="de-DE"/>
              <a:t>eine Headline</a:t>
            </a:r>
          </a:p>
        </p:txBody>
      </p:sp>
      <p:sp>
        <p:nvSpPr>
          <p:cNvPr id="11" name="Client name"/>
          <p:cNvSpPr>
            <a:spLocks noGrp="1"/>
          </p:cNvSpPr>
          <p:nvPr>
            <p:ph type="body" sz="quarter" idx="19" hasCustomPrompt="1"/>
          </p:nvPr>
        </p:nvSpPr>
        <p:spPr>
          <a:xfrm>
            <a:off x="561599" y="4592068"/>
            <a:ext cx="7867222" cy="215444"/>
          </a:xfrm>
        </p:spPr>
        <p:txBody>
          <a:bodyPr anchor="b" anchorCtr="0">
            <a:spAutoFit/>
          </a:bodyPr>
          <a:lstStyle>
            <a:lvl1pPr>
              <a:lnSpc>
                <a:spcPct val="100000"/>
              </a:lnSpc>
              <a:defRPr sz="1400" baseline="0">
                <a:latin typeface="+mn-lt"/>
                <a:sym typeface="+mn-lt"/>
              </a:defRPr>
            </a:lvl1pPr>
          </a:lstStyle>
          <a:p>
            <a:pPr lvl="0"/>
            <a:r>
              <a:rPr lang="de-DE"/>
              <a:t>Vorname Nachname, ADAC  |  5. Dezember 2017 </a:t>
            </a:r>
          </a:p>
        </p:txBody>
      </p:sp>
      <p:sp>
        <p:nvSpPr>
          <p:cNvPr id="22" name="Textfeld 8"/>
          <p:cNvSpPr txBox="1"/>
          <p:nvPr/>
        </p:nvSpPr>
        <p:spPr>
          <a:xfrm>
            <a:off x="561599" y="6474007"/>
            <a:ext cx="7251894" cy="1300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auto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 b="0">
                <a:solidFill>
                  <a:prstClr val="black"/>
                </a:solidFill>
                <a:latin typeface="Calibri" panose="020F0502020204030204"/>
              </a:rPr>
              <a:t>© </a:t>
            </a:r>
            <a:r>
              <a:rPr lang="de-DE" sz="1000" b="0">
                <a:solidFill>
                  <a:prstClr val="black"/>
                </a:solidFill>
                <a:latin typeface="Calibri" panose="020F0502020204030204"/>
                <a:ea typeface="MiloPro" charset="0"/>
                <a:cs typeface="MiloPro" charset="0"/>
              </a:rPr>
              <a:t>ADAC e. V.</a:t>
            </a:r>
            <a:endParaRPr lang="de-DE" sz="1000">
              <a:solidFill>
                <a:prstClr val="black"/>
              </a:solidFill>
              <a:latin typeface="Calibri" panose="020F0502020204030204"/>
              <a:ea typeface="Milo Pro" charset="0"/>
              <a:cs typeface="Milo Pro" charset="0"/>
            </a:endParaRPr>
          </a:p>
        </p:txBody>
      </p:sp>
      <p:pic>
        <p:nvPicPr>
          <p:cNvPr id="13" name="Bild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33197" y="272128"/>
            <a:ext cx="997104" cy="406713"/>
          </a:xfrm>
          <a:prstGeom prst="rect">
            <a:avLst/>
          </a:prstGeom>
        </p:spPr>
      </p:pic>
      <p:graphicFrame>
        <p:nvGraphicFramePr>
          <p:cNvPr id="12" name="Object 1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360728721"/>
              </p:ext>
            </p:ext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59" imgH="360" progId="TCLayout.ActiveDocument.1">
                  <p:embed/>
                </p:oleObj>
              </mc:Choice>
              <mc:Fallback>
                <p:oleObj name="think-cell Slide" r:id="rId6" imgW="359" imgH="360" progId="TCLayout.ActiveDocument.1">
                  <p:embed/>
                  <p:pic>
                    <p:nvPicPr>
                      <p:cNvPr id="12" name="Object 11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feld 8"/>
          <p:cNvSpPr txBox="1"/>
          <p:nvPr userDrawn="1"/>
        </p:nvSpPr>
        <p:spPr>
          <a:xfrm>
            <a:off x="561599" y="6474007"/>
            <a:ext cx="7251894" cy="1300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auto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 b="0">
                <a:solidFill>
                  <a:prstClr val="black"/>
                </a:solidFill>
                <a:latin typeface="Calibri" panose="020F0502020204030204"/>
              </a:rPr>
              <a:t>© </a:t>
            </a:r>
            <a:r>
              <a:rPr lang="de-DE" sz="1000" b="0">
                <a:solidFill>
                  <a:prstClr val="black"/>
                </a:solidFill>
                <a:latin typeface="Calibri" panose="020F0502020204030204"/>
                <a:ea typeface="MiloPro" charset="0"/>
                <a:cs typeface="MiloPro" charset="0"/>
              </a:rPr>
              <a:t>ADAC e. V.</a:t>
            </a:r>
            <a:endParaRPr lang="de-DE" sz="1000">
              <a:solidFill>
                <a:prstClr val="black"/>
              </a:solidFill>
              <a:latin typeface="Calibri" panose="020F0502020204030204"/>
              <a:ea typeface="Milo Pro" charset="0"/>
              <a:cs typeface="Milo Pro" charset="0"/>
            </a:endParaRPr>
          </a:p>
        </p:txBody>
      </p:sp>
      <p:pic>
        <p:nvPicPr>
          <p:cNvPr id="17" name="Bild 11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33197" y="272128"/>
            <a:ext cx="997104" cy="40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387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ckblatt Hintergrundbi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82903364"/>
              </p:ext>
            </p:ext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59" imgH="360" progId="TCLayout.ActiveDocument.1">
                  <p:embed/>
                </p:oleObj>
              </mc:Choice>
              <mc:Fallback>
                <p:oleObj name="think-cell Slide" r:id="rId5" imgW="359" imgH="360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Bild 6"/>
          <p:cNvPicPr>
            <a:picLocks noChangeAspect="1"/>
          </p:cNvPicPr>
          <p:nvPr userDrawn="1"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pic>
        <p:nvPicPr>
          <p:cNvPr id="31" name="Bild 38"/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81601" y="280800"/>
            <a:ext cx="936000" cy="936000"/>
          </a:xfrm>
          <a:prstGeom prst="rect">
            <a:avLst/>
          </a:prstGeom>
        </p:spPr>
      </p:pic>
      <p:sp>
        <p:nvSpPr>
          <p:cNvPr id="14" name="Slide Number Placeholder" hidden="1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12273230" y="178630"/>
            <a:ext cx="49191" cy="3080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" b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  <a:sym typeface="+mn-lt"/>
              </a:defRPr>
            </a:lvl1pPr>
          </a:lstStyle>
          <a:p>
            <a:fld id="{01940DDA-0656-452C-A408-68789653BD9B}" type="slidenum">
              <a:rPr lang="de-DE" smtClean="0">
                <a:latin typeface="+mn-lt"/>
              </a:rPr>
              <a:pPr/>
              <a:t>‹Nr.›</a:t>
            </a:fld>
            <a:endParaRPr lang="de-DE">
              <a:latin typeface="+mn-lt"/>
            </a:endParaRPr>
          </a:p>
        </p:txBody>
      </p:sp>
      <p:sp>
        <p:nvSpPr>
          <p:cNvPr id="15" name="Footer Placeholder" hidden="1"/>
          <p:cNvSpPr>
            <a:spLocks noGrp="1"/>
          </p:cNvSpPr>
          <p:nvPr>
            <p:ph type="ftr" sz="quarter" idx="10"/>
            <p:custDataLst>
              <p:tags r:id="rId3"/>
            </p:custDataLst>
          </p:nvPr>
        </p:nvSpPr>
        <p:spPr>
          <a:xfrm>
            <a:off x="12273234" y="228650"/>
            <a:ext cx="391133" cy="3077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lang="en-US" sz="200" b="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de-DE">
                <a:latin typeface="+mn-lt"/>
              </a:rPr>
              <a:t>Template ADAC </a:t>
            </a:r>
            <a:r>
              <a:rPr lang="de-DE" err="1">
                <a:latin typeface="+mn-lt"/>
              </a:rPr>
              <a:t>new</a:t>
            </a:r>
            <a:r>
              <a:rPr lang="de-DE">
                <a:latin typeface="+mn-lt"/>
              </a:rPr>
              <a:t> CD | 27.12.2017</a:t>
            </a:r>
          </a:p>
        </p:txBody>
      </p:sp>
      <p:sp>
        <p:nvSpPr>
          <p:cNvPr id="10" name="Type of document"/>
          <p:cNvSpPr>
            <a:spLocks noGrp="1"/>
          </p:cNvSpPr>
          <p:nvPr>
            <p:ph type="body" sz="quarter" idx="18" hasCustomPrompt="1"/>
          </p:nvPr>
        </p:nvSpPr>
        <p:spPr>
          <a:xfrm>
            <a:off x="530085" y="3857399"/>
            <a:ext cx="6709322" cy="581698"/>
          </a:xfrm>
        </p:spPr>
        <p:txBody>
          <a:bodyPr wrap="square" lIns="0" tIns="0" rIns="0" anchor="t" anchorCtr="0">
            <a:noAutofit/>
          </a:bodyPr>
          <a:lstStyle>
            <a:lvl1pPr>
              <a:lnSpc>
                <a:spcPct val="93000"/>
              </a:lnSpc>
              <a:spcBef>
                <a:spcPts val="0"/>
              </a:spcBef>
              <a:defRPr sz="3600" b="1">
                <a:latin typeface="+mn-lt"/>
                <a:sym typeface="+mn-lt"/>
              </a:defRPr>
            </a:lvl1pPr>
            <a:lvl2pPr>
              <a:lnSpc>
                <a:spcPct val="90000"/>
              </a:lnSpc>
              <a:spcBef>
                <a:spcPts val="0"/>
              </a:spcBef>
              <a:defRPr/>
            </a:lvl2pPr>
            <a:lvl3pPr>
              <a:lnSpc>
                <a:spcPct val="90000"/>
              </a:lnSpc>
              <a:spcBef>
                <a:spcPts val="0"/>
              </a:spcBef>
              <a:defRPr/>
            </a:lvl3pPr>
            <a:lvl4pPr>
              <a:lnSpc>
                <a:spcPct val="90000"/>
              </a:lnSpc>
              <a:spcBef>
                <a:spcPts val="0"/>
              </a:spcBef>
              <a:defRPr/>
            </a:lvl4pPr>
            <a:lvl5pPr>
              <a:lnSpc>
                <a:spcPct val="9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de-DE"/>
              <a:t>Hier steht eine </a:t>
            </a:r>
            <a:r>
              <a:rPr lang="de-DE" err="1"/>
              <a:t>Subline</a:t>
            </a:r>
            <a:endParaRPr lang="de-DE"/>
          </a:p>
        </p:txBody>
      </p:sp>
      <p:sp>
        <p:nvSpPr>
          <p:cNvPr id="4" name="Project name"/>
          <p:cNvSpPr>
            <a:spLocks noGrp="1"/>
          </p:cNvSpPr>
          <p:nvPr>
            <p:ph type="title" hasCustomPrompt="1"/>
          </p:nvPr>
        </p:nvSpPr>
        <p:spPr>
          <a:xfrm>
            <a:off x="510628" y="1711427"/>
            <a:ext cx="7185572" cy="2103140"/>
          </a:xfrm>
        </p:spPr>
        <p:txBody>
          <a:bodyPr wrap="square" lIns="0" rIns="0" bIns="0" anchor="t" anchorCtr="0">
            <a:spAutoFit/>
          </a:bodyPr>
          <a:lstStyle>
            <a:lvl1pPr algn="l" rtl="0" fontAlgn="auto">
              <a:lnSpc>
                <a:spcPts val="8198"/>
              </a:lnSpc>
              <a:spcBef>
                <a:spcPts val="0"/>
              </a:spcBef>
              <a:spcAft>
                <a:spcPts val="0"/>
              </a:spcAft>
              <a:defRPr lang="en-US" sz="7998" b="1" kern="1200" dirty="0">
                <a:solidFill>
                  <a:prstClr val="black"/>
                </a:solidFill>
                <a:latin typeface="Calibri" panose="020F0502020204030204"/>
                <a:ea typeface="Milo Slab Pro" charset="0"/>
                <a:cs typeface="Milo Slab Pro" charset="0"/>
              </a:defRPr>
            </a:lvl1pPr>
          </a:lstStyle>
          <a:p>
            <a:r>
              <a:rPr lang="de-DE"/>
              <a:t>Hier steht </a:t>
            </a:r>
            <a:br>
              <a:rPr lang="de-DE"/>
            </a:br>
            <a:r>
              <a:rPr lang="de-DE"/>
              <a:t>eine Headline</a:t>
            </a:r>
          </a:p>
        </p:txBody>
      </p:sp>
      <p:sp>
        <p:nvSpPr>
          <p:cNvPr id="11" name="Client name"/>
          <p:cNvSpPr>
            <a:spLocks noGrp="1"/>
          </p:cNvSpPr>
          <p:nvPr>
            <p:ph type="body" sz="quarter" idx="19" hasCustomPrompt="1"/>
          </p:nvPr>
        </p:nvSpPr>
        <p:spPr>
          <a:xfrm>
            <a:off x="561599" y="4592068"/>
            <a:ext cx="6709322" cy="215444"/>
          </a:xfrm>
        </p:spPr>
        <p:txBody>
          <a:bodyPr wrap="square" anchor="b" anchorCtr="0">
            <a:spAutoFit/>
          </a:bodyPr>
          <a:lstStyle>
            <a:lvl1pPr>
              <a:lnSpc>
                <a:spcPct val="100000"/>
              </a:lnSpc>
              <a:defRPr sz="1400" baseline="0">
                <a:latin typeface="+mn-lt"/>
                <a:sym typeface="+mn-lt"/>
              </a:defRPr>
            </a:lvl1pPr>
          </a:lstStyle>
          <a:p>
            <a:pPr lvl="0"/>
            <a:r>
              <a:rPr lang="de-DE"/>
              <a:t>Vorname Nachname, ADAC  |  5. Dezember 2017 </a:t>
            </a:r>
          </a:p>
        </p:txBody>
      </p:sp>
      <p:sp>
        <p:nvSpPr>
          <p:cNvPr id="22" name="Textfeld 8"/>
          <p:cNvSpPr txBox="1"/>
          <p:nvPr userDrawn="1"/>
        </p:nvSpPr>
        <p:spPr>
          <a:xfrm>
            <a:off x="561599" y="6474007"/>
            <a:ext cx="7251894" cy="1300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auto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 b="0">
                <a:solidFill>
                  <a:prstClr val="black"/>
                </a:solidFill>
                <a:latin typeface="Calibri" panose="020F0502020204030204"/>
              </a:rPr>
              <a:t>© </a:t>
            </a:r>
            <a:r>
              <a:rPr lang="de-DE" sz="1000" b="0">
                <a:solidFill>
                  <a:prstClr val="black"/>
                </a:solidFill>
                <a:latin typeface="Calibri" panose="020F0502020204030204"/>
                <a:ea typeface="MiloPro" charset="0"/>
                <a:cs typeface="MiloPro" charset="0"/>
              </a:rPr>
              <a:t>ADAC e. V.</a:t>
            </a:r>
            <a:endParaRPr lang="de-DE" sz="1000">
              <a:solidFill>
                <a:prstClr val="black"/>
              </a:solidFill>
              <a:latin typeface="Calibri" panose="020F0502020204030204"/>
              <a:ea typeface="Milo Pro" charset="0"/>
              <a:cs typeface="Milo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2375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gelb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85749620"/>
              </p:ext>
            </p:ext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9" imgH="360" progId="TCLayout.ActiveDocument.1">
                  <p:embed/>
                </p:oleObj>
              </mc:Choice>
              <mc:Fallback>
                <p:oleObj name="think-cell Slide" r:id="rId4" imgW="359" imgH="36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65218583"/>
              </p:ext>
            </p:ext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9" imgH="360" progId="TCLayout.ActiveDocument.1">
                  <p:embed/>
                </p:oleObj>
              </mc:Choice>
              <mc:Fallback>
                <p:oleObj name="think-cell Slide" r:id="rId4" imgW="359" imgH="36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0960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eiß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63242112"/>
              </p:ext>
            </p:ext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9" imgH="360" progId="TCLayout.ActiveDocument.1">
                  <p:embed/>
                </p:oleObj>
              </mc:Choice>
              <mc:Fallback>
                <p:oleObj name="think-cell Slide" r:id="rId4" imgW="359" imgH="36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41870407"/>
              </p:ext>
            </p:ext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9" imgH="360" progId="TCLayout.ActiveDocument.1">
                  <p:embed/>
                </p:oleObj>
              </mc:Choice>
              <mc:Fallback>
                <p:oleObj name="think-cell Slide" r:id="rId4" imgW="359" imgH="36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58703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7784266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59" imgH="360" progId="TCLayout.ActiveDocument.1">
                  <p:embed/>
                </p:oleObj>
              </mc:Choice>
              <mc:Fallback>
                <p:oleObj name="think-cell Slide" r:id="rId6" imgW="359" imgH="360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" hidden="1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12273231" y="178644"/>
            <a:ext cx="28854" cy="3077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" b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  <a:sym typeface="+mn-lt"/>
              </a:defRPr>
            </a:lvl1pPr>
          </a:lstStyle>
          <a:p>
            <a:fld id="{01940DDA-0656-452C-A408-68789653BD9B}" type="slidenum">
              <a:rPr lang="de-DE" smtClean="0">
                <a:latin typeface="+mn-lt"/>
              </a:rPr>
              <a:pPr/>
              <a:t>‹Nr.›</a:t>
            </a:fld>
            <a:endParaRPr lang="de-DE">
              <a:latin typeface="+mn-lt"/>
            </a:endParaRPr>
          </a:p>
        </p:txBody>
      </p:sp>
      <p:sp>
        <p:nvSpPr>
          <p:cNvPr id="4" name="Footer Placeholder" hidden="1"/>
          <p:cNvSpPr>
            <a:spLocks noGrp="1"/>
          </p:cNvSpPr>
          <p:nvPr>
            <p:ph type="ftr" sz="quarter" idx="12"/>
            <p:custDataLst>
              <p:tags r:id="rId3"/>
            </p:custDataLst>
          </p:nvPr>
        </p:nvSpPr>
        <p:spPr>
          <a:xfrm>
            <a:off x="12273233" y="228650"/>
            <a:ext cx="391133" cy="3077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lang="en-US" sz="200" b="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de-DE">
                <a:latin typeface="+mn-lt"/>
              </a:rPr>
              <a:t>Template ADAC new CD | 27.12.2017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67590" y="757421"/>
            <a:ext cx="11066688" cy="1020579"/>
          </a:xfrm>
        </p:spPr>
        <p:txBody>
          <a:bodyPr/>
          <a:lstStyle>
            <a:lvl1pPr>
              <a:tabLst>
                <a:tab pos="1252570" algn="l"/>
              </a:tabLst>
              <a:defRPr>
                <a:latin typeface="+mj-lt"/>
                <a:sym typeface="+mn-lt"/>
              </a:defRPr>
            </a:lvl1pPr>
          </a:lstStyle>
          <a:p>
            <a:r>
              <a:rPr lang="de-DE"/>
              <a:t>Headline</a:t>
            </a:r>
          </a:p>
        </p:txBody>
      </p:sp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0219410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59" imgH="360" progId="TCLayout.ActiveDocument.1">
                  <p:embed/>
                </p:oleObj>
              </mc:Choice>
              <mc:Fallback>
                <p:oleObj name="think-cell Slide" r:id="rId8" imgW="359" imgH="360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551873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68326" y="1924050"/>
            <a:ext cx="4298950" cy="432435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5076825" y="1924050"/>
            <a:ext cx="6557963" cy="43243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6123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" hidden="1"/>
          <p:cNvSpPr>
            <a:spLocks noGrp="1"/>
          </p:cNvSpPr>
          <p:nvPr>
            <p:ph type="sldNum" sz="quarter" idx="11"/>
            <p:custDataLst>
              <p:tags r:id="rId1"/>
            </p:custDataLst>
          </p:nvPr>
        </p:nvSpPr>
        <p:spPr>
          <a:xfrm>
            <a:off x="12273231" y="178644"/>
            <a:ext cx="28854" cy="3077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" b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  <a:sym typeface="+mn-lt"/>
              </a:defRPr>
            </a:lvl1pPr>
          </a:lstStyle>
          <a:p>
            <a:fld id="{01940DDA-0656-452C-A408-68789653BD9B}" type="slidenum">
              <a:rPr lang="de-DE" smtClean="0">
                <a:latin typeface="+mn-lt"/>
              </a:rPr>
              <a:pPr/>
              <a:t>‹Nr.›</a:t>
            </a:fld>
            <a:endParaRPr lang="de-DE">
              <a:latin typeface="+mn-lt"/>
            </a:endParaRPr>
          </a:p>
        </p:txBody>
      </p:sp>
      <p:sp>
        <p:nvSpPr>
          <p:cNvPr id="13" name="Footer Placeholder" hidden="1"/>
          <p:cNvSpPr>
            <a:spLocks noGrp="1"/>
          </p:cNvSpPr>
          <p:nvPr>
            <p:ph type="ftr" sz="quarter" idx="10"/>
            <p:custDataLst>
              <p:tags r:id="rId2"/>
            </p:custDataLst>
          </p:nvPr>
        </p:nvSpPr>
        <p:spPr>
          <a:xfrm>
            <a:off x="12273233" y="228650"/>
            <a:ext cx="391133" cy="3077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lang="en-US" sz="200" b="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de-DE">
                <a:latin typeface="+mn-lt"/>
              </a:rPr>
              <a:t>Template ADAC new CD | 27.12.2017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572862" y="1946978"/>
            <a:ext cx="11066688" cy="1261371"/>
          </a:xfrm>
        </p:spPr>
        <p:txBody>
          <a:bodyPr/>
          <a:lstStyle>
            <a:lvl1pPr>
              <a:defRPr baseline="0">
                <a:latin typeface="+mn-lt"/>
                <a:sym typeface="+mn-lt"/>
              </a:defRPr>
            </a:lvl1pPr>
            <a:lvl2pPr>
              <a:defRPr>
                <a:latin typeface="+mn-lt"/>
                <a:sym typeface="+mn-lt"/>
              </a:defRPr>
            </a:lvl2pPr>
            <a:lvl3pPr>
              <a:defRPr>
                <a:latin typeface="+mn-lt"/>
                <a:sym typeface="+mn-lt"/>
              </a:defRPr>
            </a:lvl3pPr>
            <a:lvl4pPr>
              <a:defRPr>
                <a:latin typeface="+mn-lt"/>
                <a:sym typeface="+mn-lt"/>
              </a:defRPr>
            </a:lvl4pPr>
          </a:lstStyle>
          <a:p>
            <a:pPr lvl="0"/>
            <a:r>
              <a:rPr lang="de-DE"/>
              <a:t>Textplatzhalter 18 pt</a:t>
            </a:r>
          </a:p>
          <a:p>
            <a:pPr lvl="1"/>
            <a:r>
              <a:rPr lang="de-DE"/>
              <a:t>Ebene 1</a:t>
            </a:r>
          </a:p>
          <a:p>
            <a:pPr lvl="2"/>
            <a:r>
              <a:rPr lang="de-DE"/>
              <a:t>Ebene 2</a:t>
            </a:r>
          </a:p>
          <a:p>
            <a:pPr lvl="3"/>
            <a:r>
              <a:rPr lang="de-DE"/>
              <a:t>Ebene 3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67590" y="757421"/>
            <a:ext cx="11066688" cy="1020579"/>
          </a:xfrm>
        </p:spPr>
        <p:txBody>
          <a:bodyPr/>
          <a:lstStyle>
            <a:lvl1pPr>
              <a:defRPr>
                <a:latin typeface="+mj-lt"/>
                <a:sym typeface="+mn-lt"/>
              </a:defRPr>
            </a:lvl1pPr>
          </a:lstStyle>
          <a:p>
            <a:r>
              <a:rPr lang="de-DE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6124596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itelseite gelb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7653876"/>
              </p:ext>
            </p:extLst>
          </p:nvPr>
        </p:nvGraphicFramePr>
        <p:xfrm>
          <a:off x="1956" y="1591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16" imgH="216" progId="TCLayout.ActiveDocument.1">
                  <p:embed/>
                </p:oleObj>
              </mc:Choice>
              <mc:Fallback>
                <p:oleObj name="think-cell Slide" r:id="rId3" imgW="216" imgH="216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6" y="1591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Slide Number Placeholder" hidden="1"/>
          <p:cNvSpPr>
            <a:spLocks noGrp="1"/>
          </p:cNvSpPr>
          <p:nvPr>
            <p:ph type="sldNum" sz="quarter" idx="11"/>
          </p:nvPr>
        </p:nvSpPr>
        <p:spPr>
          <a:xfrm>
            <a:off x="12273231" y="178644"/>
            <a:ext cx="28854" cy="3077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" b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  <a:sym typeface="+mn-lt"/>
              </a:defRPr>
            </a:lvl1pPr>
          </a:lstStyle>
          <a:p>
            <a:fld id="{01940DDA-0656-452C-A408-68789653BD9B}" type="slidenum">
              <a:rPr lang="de-DE" smtClean="0">
                <a:latin typeface="+mn-lt"/>
              </a:rPr>
              <a:pPr/>
              <a:t>‹Nr.›</a:t>
            </a:fld>
            <a:endParaRPr lang="de-DE">
              <a:latin typeface="+mn-lt"/>
            </a:endParaRPr>
          </a:p>
        </p:txBody>
      </p:sp>
      <p:sp>
        <p:nvSpPr>
          <p:cNvPr id="13" name="Footer Placeholder" hidden="1"/>
          <p:cNvSpPr>
            <a:spLocks noGrp="1"/>
          </p:cNvSpPr>
          <p:nvPr>
            <p:ph type="ftr" sz="quarter" idx="10"/>
          </p:nvPr>
        </p:nvSpPr>
        <p:spPr>
          <a:xfrm>
            <a:off x="12273233" y="228650"/>
            <a:ext cx="391133" cy="3077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lang="en-US" sz="200" b="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de-DE">
                <a:latin typeface="+mn-lt"/>
              </a:rPr>
              <a:t>Template ADAC new CD | 27.12.2017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 hasCustomPrompt="1"/>
          </p:nvPr>
        </p:nvSpPr>
        <p:spPr>
          <a:xfrm>
            <a:off x="562609" y="1743243"/>
            <a:ext cx="10770114" cy="601062"/>
          </a:xfrm>
        </p:spPr>
        <p:txBody>
          <a:bodyPr wrap="square" lIns="0" tIns="0" rIns="0" bIns="0" anchor="t" anchorCtr="0">
            <a:spAutoFit/>
          </a:bodyPr>
          <a:lstStyle>
            <a:lvl1pPr marL="1060450" indent="-1060450" algn="l">
              <a:tabLst/>
              <a:defRPr sz="4200" b="1">
                <a:latin typeface="+mj-lt"/>
                <a:sym typeface="+mn-lt"/>
              </a:defRPr>
            </a:lvl1pPr>
          </a:lstStyle>
          <a:p>
            <a:r>
              <a:rPr lang="de-DE"/>
              <a:t>1.	Kapitel</a:t>
            </a:r>
          </a:p>
        </p:txBody>
      </p:sp>
    </p:spTree>
    <p:extLst>
      <p:ext uri="{BB962C8B-B14F-4D97-AF65-F5344CB8AC3E}">
        <p14:creationId xmlns:p14="http://schemas.microsoft.com/office/powerpoint/2010/main" val="12706700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itelseite weiß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8696454"/>
              </p:ext>
            </p:extLst>
          </p:nvPr>
        </p:nvGraphicFramePr>
        <p:xfrm>
          <a:off x="1956" y="1591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16" imgH="216" progId="TCLayout.ActiveDocument.1">
                  <p:embed/>
                </p:oleObj>
              </mc:Choice>
              <mc:Fallback>
                <p:oleObj name="think-cell Slide" r:id="rId3" imgW="216" imgH="216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6" y="1591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Slide Number Placeholder" hidden="1"/>
          <p:cNvSpPr>
            <a:spLocks noGrp="1"/>
          </p:cNvSpPr>
          <p:nvPr>
            <p:ph type="sldNum" sz="quarter" idx="11"/>
          </p:nvPr>
        </p:nvSpPr>
        <p:spPr>
          <a:xfrm>
            <a:off x="12273231" y="178644"/>
            <a:ext cx="28854" cy="3077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" b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  <a:sym typeface="+mn-lt"/>
              </a:defRPr>
            </a:lvl1pPr>
          </a:lstStyle>
          <a:p>
            <a:fld id="{01940DDA-0656-452C-A408-68789653BD9B}" type="slidenum">
              <a:rPr lang="de-DE" smtClean="0">
                <a:latin typeface="+mn-lt"/>
              </a:rPr>
              <a:pPr/>
              <a:t>‹Nr.›</a:t>
            </a:fld>
            <a:endParaRPr lang="de-DE">
              <a:latin typeface="+mn-lt"/>
            </a:endParaRPr>
          </a:p>
        </p:txBody>
      </p:sp>
      <p:sp>
        <p:nvSpPr>
          <p:cNvPr id="13" name="Footer Placeholder" hidden="1"/>
          <p:cNvSpPr>
            <a:spLocks noGrp="1"/>
          </p:cNvSpPr>
          <p:nvPr>
            <p:ph type="ftr" sz="quarter" idx="10"/>
          </p:nvPr>
        </p:nvSpPr>
        <p:spPr>
          <a:xfrm>
            <a:off x="12273233" y="228650"/>
            <a:ext cx="391133" cy="3077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lang="en-US" sz="200" b="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de-DE">
                <a:latin typeface="+mn-lt"/>
              </a:rPr>
              <a:t>Template ADAC new CD | 27.12.2017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 hasCustomPrompt="1"/>
          </p:nvPr>
        </p:nvSpPr>
        <p:spPr>
          <a:xfrm>
            <a:off x="562609" y="1743243"/>
            <a:ext cx="10770114" cy="601062"/>
          </a:xfrm>
        </p:spPr>
        <p:txBody>
          <a:bodyPr wrap="square" lIns="0" tIns="0" rIns="0" bIns="0" anchor="t" anchorCtr="0">
            <a:spAutoFit/>
          </a:bodyPr>
          <a:lstStyle>
            <a:lvl1pPr marL="1060450" indent="-1060450" algn="l">
              <a:tabLst/>
              <a:defRPr sz="4200" b="1">
                <a:latin typeface="+mj-lt"/>
                <a:sym typeface="+mn-lt"/>
              </a:defRPr>
            </a:lvl1pPr>
          </a:lstStyle>
          <a:p>
            <a:r>
              <a:rPr lang="de-DE"/>
              <a:t>1.	Kapitel</a:t>
            </a:r>
          </a:p>
        </p:txBody>
      </p:sp>
    </p:spTree>
    <p:extLst>
      <p:ext uri="{BB962C8B-B14F-4D97-AF65-F5344CB8AC3E}">
        <p14:creationId xmlns:p14="http://schemas.microsoft.com/office/powerpoint/2010/main" val="26997780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seite Hintergrundbild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48948939"/>
              </p:ext>
            </p:extLst>
          </p:nvPr>
        </p:nvGraphicFramePr>
        <p:xfrm>
          <a:off x="1956" y="1591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16" imgH="216" progId="TCLayout.ActiveDocument.1">
                  <p:embed/>
                </p:oleObj>
              </mc:Choice>
              <mc:Fallback>
                <p:oleObj name="think-cell Slide" r:id="rId4" imgW="216" imgH="216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6" y="1591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Slide Number Placeholder" hidden="1"/>
          <p:cNvSpPr>
            <a:spLocks noGrp="1"/>
          </p:cNvSpPr>
          <p:nvPr>
            <p:ph type="sldNum" sz="quarter" idx="11"/>
          </p:nvPr>
        </p:nvSpPr>
        <p:spPr>
          <a:xfrm>
            <a:off x="12273231" y="178644"/>
            <a:ext cx="28854" cy="3077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" b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  <a:sym typeface="+mn-lt"/>
              </a:defRPr>
            </a:lvl1pPr>
          </a:lstStyle>
          <a:p>
            <a:fld id="{01940DDA-0656-452C-A408-68789653BD9B}" type="slidenum">
              <a:rPr lang="de-DE" smtClean="0">
                <a:latin typeface="+mn-lt"/>
              </a:rPr>
              <a:pPr/>
              <a:t>‹Nr.›</a:t>
            </a:fld>
            <a:endParaRPr lang="de-DE">
              <a:latin typeface="+mn-lt"/>
            </a:endParaRPr>
          </a:p>
        </p:txBody>
      </p:sp>
      <p:sp>
        <p:nvSpPr>
          <p:cNvPr id="13" name="Footer Placeholder" hidden="1"/>
          <p:cNvSpPr>
            <a:spLocks noGrp="1"/>
          </p:cNvSpPr>
          <p:nvPr>
            <p:ph type="ftr" sz="quarter" idx="10"/>
          </p:nvPr>
        </p:nvSpPr>
        <p:spPr>
          <a:xfrm>
            <a:off x="12273233" y="228650"/>
            <a:ext cx="391133" cy="3077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lang="en-US" sz="200" b="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de-DE">
                <a:latin typeface="+mn-lt"/>
              </a:rPr>
              <a:t>Template ADAC </a:t>
            </a:r>
            <a:r>
              <a:rPr lang="de-DE" err="1">
                <a:latin typeface="+mn-lt"/>
              </a:rPr>
              <a:t>new</a:t>
            </a:r>
            <a:r>
              <a:rPr lang="de-DE">
                <a:latin typeface="+mn-lt"/>
              </a:rPr>
              <a:t> CD | 27.12.2017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 hasCustomPrompt="1"/>
          </p:nvPr>
        </p:nvSpPr>
        <p:spPr>
          <a:xfrm>
            <a:off x="562609" y="1743243"/>
            <a:ext cx="10770114" cy="601062"/>
          </a:xfrm>
        </p:spPr>
        <p:txBody>
          <a:bodyPr wrap="square" lIns="0" tIns="0" rIns="0" bIns="0" anchor="b" anchorCtr="0">
            <a:spAutoFit/>
          </a:bodyPr>
          <a:lstStyle>
            <a:lvl1pPr marL="1060450" indent="-1060450" algn="l">
              <a:tabLst/>
              <a:defRPr sz="4200" b="1">
                <a:latin typeface="+mj-lt"/>
                <a:sym typeface="+mn-lt"/>
              </a:defRPr>
            </a:lvl1pPr>
          </a:lstStyle>
          <a:p>
            <a:r>
              <a:rPr lang="de-DE"/>
              <a:t>1.	Kapitel</a:t>
            </a:r>
          </a:p>
        </p:txBody>
      </p:sp>
      <p:sp>
        <p:nvSpPr>
          <p:cNvPr id="9" name="Slide Number"/>
          <p:cNvSpPr txBox="1">
            <a:spLocks noChangeArrowheads="1"/>
          </p:cNvSpPr>
          <p:nvPr userDrawn="1"/>
        </p:nvSpPr>
        <p:spPr bwMode="auto">
          <a:xfrm>
            <a:off x="572862" y="6469177"/>
            <a:ext cx="150682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sz="900" b="0" smtClean="0"/>
            </a:lvl1pPr>
          </a:lstStyle>
          <a:p>
            <a:pPr marL="0" marR="0" lvl="0" indent="0" algn="l" defTabSz="914423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A7B471-74A3-4F5F-8955-6C99E2375CAC}" type="slidenum">
              <a:rPr kumimoji="0" lang="de-DE" sz="10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lt"/>
              </a:rPr>
              <a:pPr marL="0" marR="0" lvl="0" indent="0" algn="l" defTabSz="914423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sz="1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lt"/>
            </a:endParaRPr>
          </a:p>
        </p:txBody>
      </p:sp>
      <p:pic>
        <p:nvPicPr>
          <p:cNvPr id="15" name="Bild 11"/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532" t="11976" r="4077" b="13036"/>
          <a:stretch/>
        </p:blipFill>
        <p:spPr>
          <a:xfrm>
            <a:off x="1059224" y="6480664"/>
            <a:ext cx="284556" cy="99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165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ckblatt gelb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0791265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59" imgH="360" progId="TCLayout.ActiveDocument.1">
                  <p:embed/>
                </p:oleObj>
              </mc:Choice>
              <mc:Fallback>
                <p:oleObj name="think-cell Slide" r:id="rId6" imgW="359" imgH="360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Slide Number Placeholder" hidden="1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12273231" y="178644"/>
            <a:ext cx="28854" cy="3077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" b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  <a:sym typeface="+mn-lt"/>
              </a:defRPr>
            </a:lvl1pPr>
          </a:lstStyle>
          <a:p>
            <a:fld id="{01940DDA-0656-452C-A408-68789653BD9B}" type="slidenum">
              <a:rPr lang="de-DE" smtClean="0">
                <a:latin typeface="+mn-lt"/>
              </a:rPr>
              <a:pPr/>
              <a:t>‹Nr.›</a:t>
            </a:fld>
            <a:endParaRPr lang="de-DE">
              <a:latin typeface="+mn-lt"/>
            </a:endParaRPr>
          </a:p>
        </p:txBody>
      </p:sp>
      <p:sp>
        <p:nvSpPr>
          <p:cNvPr id="15" name="Footer Placeholder" hidden="1"/>
          <p:cNvSpPr>
            <a:spLocks noGrp="1"/>
          </p:cNvSpPr>
          <p:nvPr>
            <p:ph type="ftr" sz="quarter" idx="10"/>
            <p:custDataLst>
              <p:tags r:id="rId3"/>
            </p:custDataLst>
          </p:nvPr>
        </p:nvSpPr>
        <p:spPr>
          <a:xfrm>
            <a:off x="12273233" y="228650"/>
            <a:ext cx="391133" cy="3077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lang="en-US" sz="200" b="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de-DE">
                <a:latin typeface="+mn-lt"/>
              </a:rPr>
              <a:t>Template ADAC new CD | 27.12.2017</a:t>
            </a:r>
          </a:p>
        </p:txBody>
      </p:sp>
      <p:sp>
        <p:nvSpPr>
          <p:cNvPr id="10" name="Type of document"/>
          <p:cNvSpPr>
            <a:spLocks noGrp="1"/>
          </p:cNvSpPr>
          <p:nvPr>
            <p:ph type="body" sz="quarter" idx="18" hasCustomPrompt="1"/>
          </p:nvPr>
        </p:nvSpPr>
        <p:spPr>
          <a:xfrm>
            <a:off x="530084" y="3857398"/>
            <a:ext cx="7867222" cy="581698"/>
          </a:xfrm>
        </p:spPr>
        <p:txBody>
          <a:bodyPr wrap="square" lIns="0" tIns="0" rIns="0" anchor="t" anchorCtr="0">
            <a:noAutofit/>
          </a:bodyPr>
          <a:lstStyle>
            <a:lvl1pPr>
              <a:lnSpc>
                <a:spcPct val="93000"/>
              </a:lnSpc>
              <a:spcBef>
                <a:spcPts val="0"/>
              </a:spcBef>
              <a:defRPr sz="3600" b="1">
                <a:latin typeface="+mn-lt"/>
                <a:sym typeface="+mn-lt"/>
              </a:defRPr>
            </a:lvl1pPr>
            <a:lvl2pPr>
              <a:lnSpc>
                <a:spcPct val="90000"/>
              </a:lnSpc>
              <a:spcBef>
                <a:spcPts val="0"/>
              </a:spcBef>
              <a:defRPr/>
            </a:lvl2pPr>
            <a:lvl3pPr>
              <a:lnSpc>
                <a:spcPct val="90000"/>
              </a:lnSpc>
              <a:spcBef>
                <a:spcPts val="0"/>
              </a:spcBef>
              <a:defRPr/>
            </a:lvl3pPr>
            <a:lvl4pPr>
              <a:lnSpc>
                <a:spcPct val="90000"/>
              </a:lnSpc>
              <a:spcBef>
                <a:spcPts val="0"/>
              </a:spcBef>
              <a:defRPr/>
            </a:lvl4pPr>
            <a:lvl5pPr>
              <a:lnSpc>
                <a:spcPct val="9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de-DE"/>
              <a:t>Hier steht eine </a:t>
            </a:r>
            <a:r>
              <a:rPr lang="de-DE" err="1"/>
              <a:t>Subline</a:t>
            </a:r>
            <a:endParaRPr lang="de-DE"/>
          </a:p>
        </p:txBody>
      </p:sp>
      <p:sp>
        <p:nvSpPr>
          <p:cNvPr id="4" name="Project name"/>
          <p:cNvSpPr>
            <a:spLocks noGrp="1"/>
          </p:cNvSpPr>
          <p:nvPr>
            <p:ph type="title" hasCustomPrompt="1"/>
          </p:nvPr>
        </p:nvSpPr>
        <p:spPr>
          <a:xfrm>
            <a:off x="510628" y="1711426"/>
            <a:ext cx="7867222" cy="2103140"/>
          </a:xfrm>
        </p:spPr>
        <p:txBody>
          <a:bodyPr wrap="square" lIns="0" rIns="0" bIns="0" anchor="t" anchorCtr="0">
            <a:spAutoFit/>
          </a:bodyPr>
          <a:lstStyle>
            <a:lvl1pPr algn="l" rtl="0" fontAlgn="auto">
              <a:lnSpc>
                <a:spcPts val="8200"/>
              </a:lnSpc>
              <a:spcBef>
                <a:spcPts val="0"/>
              </a:spcBef>
              <a:spcAft>
                <a:spcPts val="0"/>
              </a:spcAft>
              <a:defRPr lang="en-US" sz="8000" b="1" kern="1200" dirty="0">
                <a:solidFill>
                  <a:prstClr val="black"/>
                </a:solidFill>
                <a:latin typeface="Calibri" panose="020F0502020204030204"/>
                <a:ea typeface="Milo Slab Pro" charset="0"/>
                <a:cs typeface="Milo Slab Pro" charset="0"/>
              </a:defRPr>
            </a:lvl1pPr>
          </a:lstStyle>
          <a:p>
            <a:r>
              <a:rPr lang="de-DE"/>
              <a:t>Hier steht </a:t>
            </a:r>
            <a:br>
              <a:rPr lang="de-DE"/>
            </a:br>
            <a:r>
              <a:rPr lang="de-DE"/>
              <a:t>eine Headline</a:t>
            </a:r>
          </a:p>
        </p:txBody>
      </p:sp>
      <p:sp>
        <p:nvSpPr>
          <p:cNvPr id="11" name="Client name"/>
          <p:cNvSpPr>
            <a:spLocks noGrp="1"/>
          </p:cNvSpPr>
          <p:nvPr>
            <p:ph type="body" sz="quarter" idx="19" hasCustomPrompt="1"/>
          </p:nvPr>
        </p:nvSpPr>
        <p:spPr>
          <a:xfrm>
            <a:off x="561599" y="4592067"/>
            <a:ext cx="7867222" cy="215444"/>
          </a:xfrm>
        </p:spPr>
        <p:txBody>
          <a:bodyPr anchor="b" anchorCtr="0">
            <a:spAutoFit/>
          </a:bodyPr>
          <a:lstStyle>
            <a:lvl1pPr>
              <a:lnSpc>
                <a:spcPct val="100000"/>
              </a:lnSpc>
              <a:defRPr sz="1400" baseline="0">
                <a:latin typeface="+mn-lt"/>
                <a:sym typeface="+mn-lt"/>
              </a:defRPr>
            </a:lvl1pPr>
          </a:lstStyle>
          <a:p>
            <a:pPr lvl="0"/>
            <a:r>
              <a:rPr lang="de-DE"/>
              <a:t>Vorname Nachname, ADAC  |  5. Dezember 2017 </a:t>
            </a:r>
          </a:p>
        </p:txBody>
      </p:sp>
      <p:sp>
        <p:nvSpPr>
          <p:cNvPr id="22" name="Textfeld 8"/>
          <p:cNvSpPr txBox="1"/>
          <p:nvPr/>
        </p:nvSpPr>
        <p:spPr>
          <a:xfrm>
            <a:off x="561598" y="6474006"/>
            <a:ext cx="7251895" cy="1282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auto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 b="0">
                <a:solidFill>
                  <a:prstClr val="black"/>
                </a:solidFill>
                <a:latin typeface="Calibri" panose="020F0502020204030204"/>
              </a:rPr>
              <a:t>© </a:t>
            </a:r>
            <a:r>
              <a:rPr lang="de-DE" sz="1000" b="0">
                <a:solidFill>
                  <a:prstClr val="black"/>
                </a:solidFill>
                <a:latin typeface="Calibri" panose="020F0502020204030204"/>
                <a:ea typeface="MiloPro" charset="0"/>
                <a:cs typeface="MiloPro" charset="0"/>
              </a:rPr>
              <a:t>ADAC e. V.</a:t>
            </a:r>
            <a:endParaRPr lang="de-DE" sz="1000">
              <a:solidFill>
                <a:prstClr val="black"/>
              </a:solidFill>
              <a:latin typeface="Calibri" panose="020F0502020204030204"/>
              <a:ea typeface="Milo Pro" charset="0"/>
              <a:cs typeface="Milo Pro" charset="0"/>
            </a:endParaRPr>
          </a:p>
        </p:txBody>
      </p:sp>
      <p:pic>
        <p:nvPicPr>
          <p:cNvPr id="12" name="Bild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33196" y="272128"/>
            <a:ext cx="997104" cy="406713"/>
          </a:xfrm>
          <a:prstGeom prst="rect">
            <a:avLst/>
          </a:prstGeom>
        </p:spPr>
      </p:pic>
      <p:graphicFrame>
        <p:nvGraphicFramePr>
          <p:cNvPr id="13" name="Object 12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90921603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59" imgH="360" progId="TCLayout.ActiveDocument.1">
                  <p:embed/>
                </p:oleObj>
              </mc:Choice>
              <mc:Fallback>
                <p:oleObj name="think-cell Slide" r:id="rId6" imgW="359" imgH="360" progId="TCLayout.ActiveDocument.1">
                  <p:embed/>
                  <p:pic>
                    <p:nvPicPr>
                      <p:cNvPr id="13" name="Object 12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feld 8"/>
          <p:cNvSpPr txBox="1"/>
          <p:nvPr userDrawn="1"/>
        </p:nvSpPr>
        <p:spPr>
          <a:xfrm>
            <a:off x="561598" y="6474006"/>
            <a:ext cx="7251895" cy="1282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auto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 b="0">
                <a:solidFill>
                  <a:prstClr val="black"/>
                </a:solidFill>
                <a:latin typeface="Calibri" panose="020F0502020204030204"/>
              </a:rPr>
              <a:t>© </a:t>
            </a:r>
            <a:r>
              <a:rPr lang="de-DE" sz="1000" b="0">
                <a:solidFill>
                  <a:prstClr val="black"/>
                </a:solidFill>
                <a:latin typeface="Calibri" panose="020F0502020204030204"/>
                <a:ea typeface="MiloPro" charset="0"/>
                <a:cs typeface="MiloPro" charset="0"/>
              </a:rPr>
              <a:t>ADAC e. V.</a:t>
            </a:r>
            <a:endParaRPr lang="de-DE" sz="1000">
              <a:solidFill>
                <a:prstClr val="black"/>
              </a:solidFill>
              <a:latin typeface="Calibri" panose="020F0502020204030204"/>
              <a:ea typeface="Milo Pro" charset="0"/>
              <a:cs typeface="Milo Pro" charset="0"/>
            </a:endParaRPr>
          </a:p>
        </p:txBody>
      </p:sp>
      <p:pic>
        <p:nvPicPr>
          <p:cNvPr id="17" name="Bild 11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33196" y="272128"/>
            <a:ext cx="997104" cy="40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2064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ckblatt mehr Tex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7084939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59" imgH="360" progId="TCLayout.ActiveDocument.1">
                  <p:embed/>
                </p:oleObj>
              </mc:Choice>
              <mc:Fallback>
                <p:oleObj name="think-cell Slide" r:id="rId6" imgW="359" imgH="360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Slide Number Placeholder" hidden="1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12273231" y="178644"/>
            <a:ext cx="28854" cy="3077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" b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  <a:sym typeface="+mn-lt"/>
              </a:defRPr>
            </a:lvl1pPr>
          </a:lstStyle>
          <a:p>
            <a:fld id="{01940DDA-0656-452C-A408-68789653BD9B}" type="slidenum">
              <a:rPr lang="de-DE" smtClean="0">
                <a:latin typeface="+mn-lt"/>
              </a:rPr>
              <a:pPr/>
              <a:t>‹Nr.›</a:t>
            </a:fld>
            <a:endParaRPr lang="de-DE">
              <a:latin typeface="+mn-lt"/>
            </a:endParaRPr>
          </a:p>
        </p:txBody>
      </p:sp>
      <p:sp>
        <p:nvSpPr>
          <p:cNvPr id="15" name="Footer Placeholder" hidden="1"/>
          <p:cNvSpPr>
            <a:spLocks noGrp="1"/>
          </p:cNvSpPr>
          <p:nvPr>
            <p:ph type="ftr" sz="quarter" idx="10"/>
            <p:custDataLst>
              <p:tags r:id="rId3"/>
            </p:custDataLst>
          </p:nvPr>
        </p:nvSpPr>
        <p:spPr>
          <a:xfrm>
            <a:off x="12273233" y="228650"/>
            <a:ext cx="391133" cy="3077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lang="en-US" sz="200" b="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de-DE">
                <a:latin typeface="+mn-lt"/>
              </a:rPr>
              <a:t>Template ADAC new CD | 27.12.2017</a:t>
            </a:r>
          </a:p>
        </p:txBody>
      </p:sp>
      <p:sp>
        <p:nvSpPr>
          <p:cNvPr id="10" name="Type of document"/>
          <p:cNvSpPr>
            <a:spLocks noGrp="1"/>
          </p:cNvSpPr>
          <p:nvPr>
            <p:ph type="body" sz="quarter" idx="18" hasCustomPrompt="1"/>
          </p:nvPr>
        </p:nvSpPr>
        <p:spPr>
          <a:xfrm>
            <a:off x="530084" y="3857398"/>
            <a:ext cx="7867222" cy="581698"/>
          </a:xfrm>
        </p:spPr>
        <p:txBody>
          <a:bodyPr wrap="square" lIns="0" tIns="0" rIns="0" anchor="t" anchorCtr="0">
            <a:noAutofit/>
          </a:bodyPr>
          <a:lstStyle>
            <a:lvl1pPr>
              <a:lnSpc>
                <a:spcPct val="93000"/>
              </a:lnSpc>
              <a:spcBef>
                <a:spcPts val="0"/>
              </a:spcBef>
              <a:defRPr sz="2400" b="1">
                <a:latin typeface="+mn-lt"/>
                <a:sym typeface="+mn-lt"/>
              </a:defRPr>
            </a:lvl1pPr>
            <a:lvl2pPr>
              <a:lnSpc>
                <a:spcPct val="90000"/>
              </a:lnSpc>
              <a:spcBef>
                <a:spcPts val="0"/>
              </a:spcBef>
              <a:defRPr/>
            </a:lvl2pPr>
            <a:lvl3pPr>
              <a:lnSpc>
                <a:spcPct val="90000"/>
              </a:lnSpc>
              <a:spcBef>
                <a:spcPts val="0"/>
              </a:spcBef>
              <a:defRPr/>
            </a:lvl3pPr>
            <a:lvl4pPr>
              <a:lnSpc>
                <a:spcPct val="90000"/>
              </a:lnSpc>
              <a:spcBef>
                <a:spcPts val="0"/>
              </a:spcBef>
              <a:defRPr/>
            </a:lvl4pPr>
            <a:lvl5pPr>
              <a:lnSpc>
                <a:spcPct val="9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de-DE"/>
              <a:t>Hier steht eine </a:t>
            </a:r>
            <a:r>
              <a:rPr lang="de-DE" err="1"/>
              <a:t>Subline</a:t>
            </a:r>
            <a:endParaRPr lang="de-DE"/>
          </a:p>
        </p:txBody>
      </p:sp>
      <p:sp>
        <p:nvSpPr>
          <p:cNvPr id="4" name="Project name"/>
          <p:cNvSpPr>
            <a:spLocks noGrp="1"/>
          </p:cNvSpPr>
          <p:nvPr>
            <p:ph type="title" hasCustomPrompt="1"/>
          </p:nvPr>
        </p:nvSpPr>
        <p:spPr>
          <a:xfrm>
            <a:off x="510628" y="2190903"/>
            <a:ext cx="10370972" cy="1231106"/>
          </a:xfrm>
        </p:spPr>
        <p:txBody>
          <a:bodyPr wrap="square" lIns="0" rIns="0" bIns="0" anchor="t" anchorCtr="0">
            <a:spAutoFit/>
          </a:bodyPr>
          <a:lstStyle>
            <a:lvl1pPr algn="l" rtl="0" fontAlgn="auto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lang="en-US" sz="4200" b="1" kern="1200" dirty="0">
                <a:solidFill>
                  <a:prstClr val="black"/>
                </a:solidFill>
                <a:latin typeface="Calibri" panose="020F0502020204030204"/>
                <a:ea typeface="Milo Slab Pro" charset="0"/>
                <a:cs typeface="Milo Slab Pro" charset="0"/>
              </a:defRPr>
            </a:lvl1pPr>
          </a:lstStyle>
          <a:p>
            <a:r>
              <a:rPr lang="de-DE"/>
              <a:t>Hier steht </a:t>
            </a:r>
            <a:br>
              <a:rPr lang="de-DE"/>
            </a:br>
            <a:r>
              <a:rPr lang="de-DE"/>
              <a:t>eine Headline</a:t>
            </a:r>
          </a:p>
        </p:txBody>
      </p:sp>
      <p:sp>
        <p:nvSpPr>
          <p:cNvPr id="11" name="Client name"/>
          <p:cNvSpPr>
            <a:spLocks noGrp="1"/>
          </p:cNvSpPr>
          <p:nvPr>
            <p:ph type="body" sz="quarter" idx="19" hasCustomPrompt="1"/>
          </p:nvPr>
        </p:nvSpPr>
        <p:spPr>
          <a:xfrm>
            <a:off x="561599" y="4592067"/>
            <a:ext cx="7867222" cy="215444"/>
          </a:xfrm>
        </p:spPr>
        <p:txBody>
          <a:bodyPr anchor="b" anchorCtr="0">
            <a:spAutoFit/>
          </a:bodyPr>
          <a:lstStyle>
            <a:lvl1pPr>
              <a:lnSpc>
                <a:spcPct val="100000"/>
              </a:lnSpc>
              <a:defRPr sz="1400" baseline="0">
                <a:latin typeface="+mn-lt"/>
                <a:sym typeface="+mn-lt"/>
              </a:defRPr>
            </a:lvl1pPr>
          </a:lstStyle>
          <a:p>
            <a:pPr lvl="0"/>
            <a:r>
              <a:rPr lang="de-DE"/>
              <a:t>Vorname Nachname, ADAC  |  5. Dezember 2017 </a:t>
            </a:r>
          </a:p>
        </p:txBody>
      </p:sp>
      <p:sp>
        <p:nvSpPr>
          <p:cNvPr id="22" name="Textfeld 8"/>
          <p:cNvSpPr txBox="1"/>
          <p:nvPr/>
        </p:nvSpPr>
        <p:spPr>
          <a:xfrm>
            <a:off x="561598" y="6474006"/>
            <a:ext cx="7251895" cy="1282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auto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 b="0">
                <a:solidFill>
                  <a:prstClr val="black"/>
                </a:solidFill>
                <a:latin typeface="Calibri" panose="020F0502020204030204"/>
              </a:rPr>
              <a:t>© </a:t>
            </a:r>
            <a:r>
              <a:rPr lang="de-DE" sz="1000" b="0">
                <a:solidFill>
                  <a:prstClr val="black"/>
                </a:solidFill>
                <a:latin typeface="Calibri" panose="020F0502020204030204"/>
                <a:ea typeface="MiloPro" charset="0"/>
                <a:cs typeface="MiloPro" charset="0"/>
              </a:rPr>
              <a:t>ADAC e. V.</a:t>
            </a:r>
            <a:endParaRPr lang="de-DE" sz="1000">
              <a:solidFill>
                <a:prstClr val="black"/>
              </a:solidFill>
              <a:latin typeface="Calibri" panose="020F0502020204030204"/>
              <a:ea typeface="Milo Pro" charset="0"/>
              <a:cs typeface="Milo Pro" charset="0"/>
            </a:endParaRPr>
          </a:p>
        </p:txBody>
      </p:sp>
      <p:pic>
        <p:nvPicPr>
          <p:cNvPr id="13" name="Bild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33196" y="272128"/>
            <a:ext cx="997104" cy="406713"/>
          </a:xfrm>
          <a:prstGeom prst="rect">
            <a:avLst/>
          </a:prstGeom>
        </p:spPr>
      </p:pic>
      <p:graphicFrame>
        <p:nvGraphicFramePr>
          <p:cNvPr id="12" name="Object 1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71385260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59" imgH="360" progId="TCLayout.ActiveDocument.1">
                  <p:embed/>
                </p:oleObj>
              </mc:Choice>
              <mc:Fallback>
                <p:oleObj name="think-cell Slide" r:id="rId6" imgW="359" imgH="360" progId="TCLayout.ActiveDocument.1">
                  <p:embed/>
                  <p:pic>
                    <p:nvPicPr>
                      <p:cNvPr id="12" name="Object 11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feld 8"/>
          <p:cNvSpPr txBox="1"/>
          <p:nvPr userDrawn="1"/>
        </p:nvSpPr>
        <p:spPr>
          <a:xfrm>
            <a:off x="561598" y="6474006"/>
            <a:ext cx="7251895" cy="1282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auto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 b="0">
                <a:solidFill>
                  <a:prstClr val="black"/>
                </a:solidFill>
                <a:latin typeface="Calibri" panose="020F0502020204030204"/>
              </a:rPr>
              <a:t>© </a:t>
            </a:r>
            <a:r>
              <a:rPr lang="de-DE" sz="1000" b="0">
                <a:solidFill>
                  <a:prstClr val="black"/>
                </a:solidFill>
                <a:latin typeface="Calibri" panose="020F0502020204030204"/>
                <a:ea typeface="MiloPro" charset="0"/>
                <a:cs typeface="MiloPro" charset="0"/>
              </a:rPr>
              <a:t>ADAC e. V.</a:t>
            </a:r>
            <a:endParaRPr lang="de-DE" sz="1000">
              <a:solidFill>
                <a:prstClr val="black"/>
              </a:solidFill>
              <a:latin typeface="Calibri" panose="020F0502020204030204"/>
              <a:ea typeface="Milo Pro" charset="0"/>
              <a:cs typeface="Milo Pro" charset="0"/>
            </a:endParaRPr>
          </a:p>
        </p:txBody>
      </p:sp>
      <p:pic>
        <p:nvPicPr>
          <p:cNvPr id="17" name="Bild 11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33196" y="272128"/>
            <a:ext cx="997104" cy="40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5031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ckblatt Hintergrundbi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6917218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59" imgH="360" progId="TCLayout.ActiveDocument.1">
                  <p:embed/>
                </p:oleObj>
              </mc:Choice>
              <mc:Fallback>
                <p:oleObj name="think-cell Slide" r:id="rId5" imgW="359" imgH="360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Bild 6"/>
          <p:cNvPicPr>
            <a:picLocks noChangeAspect="1"/>
          </p:cNvPicPr>
          <p:nvPr userDrawn="1"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1" name="Bild 38"/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81600" y="280800"/>
            <a:ext cx="936000" cy="936000"/>
          </a:xfrm>
          <a:prstGeom prst="rect">
            <a:avLst/>
          </a:prstGeom>
        </p:spPr>
      </p:pic>
      <p:sp>
        <p:nvSpPr>
          <p:cNvPr id="14" name="Slide Number Placeholder" hidden="1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12273231" y="178644"/>
            <a:ext cx="28854" cy="3077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" b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  <a:sym typeface="+mn-lt"/>
              </a:defRPr>
            </a:lvl1pPr>
          </a:lstStyle>
          <a:p>
            <a:fld id="{01940DDA-0656-452C-A408-68789653BD9B}" type="slidenum">
              <a:rPr lang="de-DE" smtClean="0">
                <a:latin typeface="+mn-lt"/>
              </a:rPr>
              <a:pPr/>
              <a:t>‹Nr.›</a:t>
            </a:fld>
            <a:endParaRPr lang="de-DE">
              <a:latin typeface="+mn-lt"/>
            </a:endParaRPr>
          </a:p>
        </p:txBody>
      </p:sp>
      <p:sp>
        <p:nvSpPr>
          <p:cNvPr id="15" name="Footer Placeholder" hidden="1"/>
          <p:cNvSpPr>
            <a:spLocks noGrp="1"/>
          </p:cNvSpPr>
          <p:nvPr>
            <p:ph type="ftr" sz="quarter" idx="10"/>
            <p:custDataLst>
              <p:tags r:id="rId3"/>
            </p:custDataLst>
          </p:nvPr>
        </p:nvSpPr>
        <p:spPr>
          <a:xfrm>
            <a:off x="12273233" y="228650"/>
            <a:ext cx="391133" cy="3077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lang="en-US" sz="200" b="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de-DE">
                <a:latin typeface="+mn-lt"/>
              </a:rPr>
              <a:t>Template ADAC </a:t>
            </a:r>
            <a:r>
              <a:rPr lang="de-DE" err="1">
                <a:latin typeface="+mn-lt"/>
              </a:rPr>
              <a:t>new</a:t>
            </a:r>
            <a:r>
              <a:rPr lang="de-DE">
                <a:latin typeface="+mn-lt"/>
              </a:rPr>
              <a:t> CD | 27.12.2017</a:t>
            </a:r>
          </a:p>
        </p:txBody>
      </p:sp>
      <p:sp>
        <p:nvSpPr>
          <p:cNvPr id="10" name="Type of document"/>
          <p:cNvSpPr>
            <a:spLocks noGrp="1"/>
          </p:cNvSpPr>
          <p:nvPr>
            <p:ph type="body" sz="quarter" idx="18" hasCustomPrompt="1"/>
          </p:nvPr>
        </p:nvSpPr>
        <p:spPr>
          <a:xfrm>
            <a:off x="530084" y="3857398"/>
            <a:ext cx="6709322" cy="581698"/>
          </a:xfrm>
        </p:spPr>
        <p:txBody>
          <a:bodyPr wrap="square" lIns="0" tIns="0" rIns="0" anchor="t" anchorCtr="0">
            <a:noAutofit/>
          </a:bodyPr>
          <a:lstStyle>
            <a:lvl1pPr>
              <a:lnSpc>
                <a:spcPct val="93000"/>
              </a:lnSpc>
              <a:spcBef>
                <a:spcPts val="0"/>
              </a:spcBef>
              <a:defRPr sz="3600" b="1">
                <a:latin typeface="+mn-lt"/>
                <a:sym typeface="+mn-lt"/>
              </a:defRPr>
            </a:lvl1pPr>
            <a:lvl2pPr>
              <a:lnSpc>
                <a:spcPct val="90000"/>
              </a:lnSpc>
              <a:spcBef>
                <a:spcPts val="0"/>
              </a:spcBef>
              <a:defRPr/>
            </a:lvl2pPr>
            <a:lvl3pPr>
              <a:lnSpc>
                <a:spcPct val="90000"/>
              </a:lnSpc>
              <a:spcBef>
                <a:spcPts val="0"/>
              </a:spcBef>
              <a:defRPr/>
            </a:lvl3pPr>
            <a:lvl4pPr>
              <a:lnSpc>
                <a:spcPct val="90000"/>
              </a:lnSpc>
              <a:spcBef>
                <a:spcPts val="0"/>
              </a:spcBef>
              <a:defRPr/>
            </a:lvl4pPr>
            <a:lvl5pPr>
              <a:lnSpc>
                <a:spcPct val="9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de-DE"/>
              <a:t>Hier steht eine </a:t>
            </a:r>
            <a:r>
              <a:rPr lang="de-DE" err="1"/>
              <a:t>Subline</a:t>
            </a:r>
            <a:endParaRPr lang="de-DE"/>
          </a:p>
        </p:txBody>
      </p:sp>
      <p:sp>
        <p:nvSpPr>
          <p:cNvPr id="4" name="Project name"/>
          <p:cNvSpPr>
            <a:spLocks noGrp="1"/>
          </p:cNvSpPr>
          <p:nvPr>
            <p:ph type="title" hasCustomPrompt="1"/>
          </p:nvPr>
        </p:nvSpPr>
        <p:spPr>
          <a:xfrm>
            <a:off x="510628" y="1711426"/>
            <a:ext cx="7185572" cy="2103140"/>
          </a:xfrm>
        </p:spPr>
        <p:txBody>
          <a:bodyPr wrap="square" lIns="0" rIns="0" bIns="0" anchor="t" anchorCtr="0">
            <a:spAutoFit/>
          </a:bodyPr>
          <a:lstStyle>
            <a:lvl1pPr algn="l" rtl="0" fontAlgn="auto">
              <a:lnSpc>
                <a:spcPts val="8200"/>
              </a:lnSpc>
              <a:spcBef>
                <a:spcPts val="0"/>
              </a:spcBef>
              <a:spcAft>
                <a:spcPts val="0"/>
              </a:spcAft>
              <a:defRPr lang="en-US" sz="8000" b="1" kern="1200" dirty="0">
                <a:solidFill>
                  <a:prstClr val="black"/>
                </a:solidFill>
                <a:latin typeface="Calibri" panose="020F0502020204030204"/>
                <a:ea typeface="Milo Slab Pro" charset="0"/>
                <a:cs typeface="Milo Slab Pro" charset="0"/>
              </a:defRPr>
            </a:lvl1pPr>
          </a:lstStyle>
          <a:p>
            <a:r>
              <a:rPr lang="de-DE"/>
              <a:t>Hier steht </a:t>
            </a:r>
            <a:br>
              <a:rPr lang="de-DE"/>
            </a:br>
            <a:r>
              <a:rPr lang="de-DE"/>
              <a:t>eine Headline</a:t>
            </a:r>
          </a:p>
        </p:txBody>
      </p:sp>
      <p:sp>
        <p:nvSpPr>
          <p:cNvPr id="11" name="Client name"/>
          <p:cNvSpPr>
            <a:spLocks noGrp="1"/>
          </p:cNvSpPr>
          <p:nvPr>
            <p:ph type="body" sz="quarter" idx="19" hasCustomPrompt="1"/>
          </p:nvPr>
        </p:nvSpPr>
        <p:spPr>
          <a:xfrm>
            <a:off x="561599" y="4592067"/>
            <a:ext cx="6709322" cy="215444"/>
          </a:xfrm>
        </p:spPr>
        <p:txBody>
          <a:bodyPr wrap="square" anchor="b" anchorCtr="0">
            <a:spAutoFit/>
          </a:bodyPr>
          <a:lstStyle>
            <a:lvl1pPr>
              <a:lnSpc>
                <a:spcPct val="100000"/>
              </a:lnSpc>
              <a:defRPr sz="1400" baseline="0">
                <a:latin typeface="+mn-lt"/>
                <a:sym typeface="+mn-lt"/>
              </a:defRPr>
            </a:lvl1pPr>
          </a:lstStyle>
          <a:p>
            <a:pPr lvl="0"/>
            <a:r>
              <a:rPr lang="de-DE"/>
              <a:t>Vorname Nachname, ADAC  |  5. Dezember 2017 </a:t>
            </a:r>
          </a:p>
        </p:txBody>
      </p:sp>
      <p:sp>
        <p:nvSpPr>
          <p:cNvPr id="22" name="Textfeld 8"/>
          <p:cNvSpPr txBox="1"/>
          <p:nvPr userDrawn="1"/>
        </p:nvSpPr>
        <p:spPr>
          <a:xfrm>
            <a:off x="561598" y="6474006"/>
            <a:ext cx="7251895" cy="1282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auto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 b="0">
                <a:solidFill>
                  <a:prstClr val="black"/>
                </a:solidFill>
                <a:latin typeface="Calibri" panose="020F0502020204030204"/>
              </a:rPr>
              <a:t>© </a:t>
            </a:r>
            <a:r>
              <a:rPr lang="de-DE" sz="1000" b="0">
                <a:solidFill>
                  <a:prstClr val="black"/>
                </a:solidFill>
                <a:latin typeface="Calibri" panose="020F0502020204030204"/>
                <a:ea typeface="MiloPro" charset="0"/>
                <a:cs typeface="MiloPro" charset="0"/>
              </a:rPr>
              <a:t>ADAC e. V.</a:t>
            </a:r>
            <a:endParaRPr lang="de-DE" sz="1000">
              <a:solidFill>
                <a:prstClr val="black"/>
              </a:solidFill>
              <a:latin typeface="Calibri" panose="020F0502020204030204"/>
              <a:ea typeface="Milo Pro" charset="0"/>
              <a:cs typeface="Milo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03799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68326" y="1924050"/>
            <a:ext cx="4298950" cy="432435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5076825" y="1924050"/>
            <a:ext cx="6557963" cy="43243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6323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Kapitelseite Hintergrundbild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60278274"/>
              </p:ext>
            </p:extLst>
          </p:nvPr>
        </p:nvGraphicFramePr>
        <p:xfrm>
          <a:off x="1956" y="1591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16" imgH="216" progId="TCLayout.ActiveDocument.1">
                  <p:embed/>
                </p:oleObj>
              </mc:Choice>
              <mc:Fallback>
                <p:oleObj name="think-cell Slide" r:id="rId4" imgW="216" imgH="216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6" y="1591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Slide Number Placeholder" hidden="1"/>
          <p:cNvSpPr>
            <a:spLocks noGrp="1"/>
          </p:cNvSpPr>
          <p:nvPr>
            <p:ph type="sldNum" sz="quarter" idx="11"/>
          </p:nvPr>
        </p:nvSpPr>
        <p:spPr>
          <a:xfrm>
            <a:off x="12273231" y="178644"/>
            <a:ext cx="28854" cy="3077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" b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  <a:sym typeface="+mn-lt"/>
              </a:defRPr>
            </a:lvl1pPr>
          </a:lstStyle>
          <a:p>
            <a:fld id="{01940DDA-0656-452C-A408-68789653BD9B}" type="slidenum">
              <a:rPr lang="de-DE" smtClean="0">
                <a:latin typeface="+mn-lt"/>
              </a:rPr>
              <a:pPr/>
              <a:t>‹Nr.›</a:t>
            </a:fld>
            <a:endParaRPr lang="de-DE">
              <a:latin typeface="+mn-lt"/>
            </a:endParaRPr>
          </a:p>
        </p:txBody>
      </p:sp>
      <p:sp>
        <p:nvSpPr>
          <p:cNvPr id="13" name="Footer Placeholder" hidden="1"/>
          <p:cNvSpPr>
            <a:spLocks noGrp="1"/>
          </p:cNvSpPr>
          <p:nvPr>
            <p:ph type="ftr" sz="quarter" idx="10"/>
          </p:nvPr>
        </p:nvSpPr>
        <p:spPr>
          <a:xfrm>
            <a:off x="12273233" y="228650"/>
            <a:ext cx="391133" cy="3077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lang="en-US" sz="200" b="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de-DE">
                <a:latin typeface="+mn-lt"/>
              </a:rPr>
              <a:t>Template ADAC </a:t>
            </a:r>
            <a:r>
              <a:rPr lang="de-DE" err="1">
                <a:latin typeface="+mn-lt"/>
              </a:rPr>
              <a:t>new</a:t>
            </a:r>
            <a:r>
              <a:rPr lang="de-DE">
                <a:latin typeface="+mn-lt"/>
              </a:rPr>
              <a:t> CD | 27.12.2017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 hasCustomPrompt="1"/>
          </p:nvPr>
        </p:nvSpPr>
        <p:spPr>
          <a:xfrm>
            <a:off x="562609" y="1743243"/>
            <a:ext cx="10770114" cy="601062"/>
          </a:xfrm>
        </p:spPr>
        <p:txBody>
          <a:bodyPr wrap="square" lIns="0" tIns="0" rIns="0" bIns="0" anchor="b" anchorCtr="0">
            <a:spAutoFit/>
          </a:bodyPr>
          <a:lstStyle>
            <a:lvl1pPr marL="1060450" indent="-1060450" algn="l">
              <a:tabLst/>
              <a:defRPr sz="4200" b="1">
                <a:latin typeface="+mj-lt"/>
                <a:sym typeface="+mn-lt"/>
              </a:defRPr>
            </a:lvl1pPr>
          </a:lstStyle>
          <a:p>
            <a:r>
              <a:rPr lang="de-DE"/>
              <a:t>1.	Kapitel</a:t>
            </a:r>
          </a:p>
        </p:txBody>
      </p:sp>
      <p:sp>
        <p:nvSpPr>
          <p:cNvPr id="9" name="Slide Number"/>
          <p:cNvSpPr txBox="1">
            <a:spLocks noChangeArrowheads="1"/>
          </p:cNvSpPr>
          <p:nvPr userDrawn="1"/>
        </p:nvSpPr>
        <p:spPr bwMode="auto">
          <a:xfrm>
            <a:off x="572862" y="6469177"/>
            <a:ext cx="150682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sz="900" b="0" smtClean="0"/>
            </a:lvl1pPr>
          </a:lstStyle>
          <a:p>
            <a:pPr marL="0" marR="0" lvl="0" indent="0" algn="l" defTabSz="914423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A7B471-74A3-4F5F-8955-6C99E2375CAC}" type="slidenum">
              <a:rPr kumimoji="0" lang="de-DE" sz="10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lt"/>
              </a:rPr>
              <a:pPr marL="0" marR="0" lvl="0" indent="0" algn="l" defTabSz="914423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sz="1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lt"/>
            </a:endParaRPr>
          </a:p>
        </p:txBody>
      </p:sp>
      <p:pic>
        <p:nvPicPr>
          <p:cNvPr id="15" name="Bild 11"/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532" t="11976" r="4077" b="13036"/>
          <a:stretch/>
        </p:blipFill>
        <p:spPr>
          <a:xfrm>
            <a:off x="1059224" y="6480664"/>
            <a:ext cx="284556" cy="99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4851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eckblatt Hintergrundbi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7746812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59" imgH="360" progId="TCLayout.ActiveDocument.1">
                  <p:embed/>
                </p:oleObj>
              </mc:Choice>
              <mc:Fallback>
                <p:oleObj name="think-cell Slide" r:id="rId5" imgW="359" imgH="360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Bild 6"/>
          <p:cNvPicPr>
            <a:picLocks noChangeAspect="1"/>
          </p:cNvPicPr>
          <p:nvPr userDrawn="1"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1" name="Bild 38"/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81600" y="280800"/>
            <a:ext cx="936000" cy="936000"/>
          </a:xfrm>
          <a:prstGeom prst="rect">
            <a:avLst/>
          </a:prstGeom>
        </p:spPr>
      </p:pic>
      <p:sp>
        <p:nvSpPr>
          <p:cNvPr id="14" name="Slide Number Placeholder" hidden="1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12273231" y="178644"/>
            <a:ext cx="28854" cy="3077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" b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  <a:sym typeface="+mn-lt"/>
              </a:defRPr>
            </a:lvl1pPr>
          </a:lstStyle>
          <a:p>
            <a:fld id="{01940DDA-0656-452C-A408-68789653BD9B}" type="slidenum">
              <a:rPr lang="de-DE" smtClean="0">
                <a:latin typeface="+mn-lt"/>
              </a:rPr>
              <a:pPr/>
              <a:t>‹Nr.›</a:t>
            </a:fld>
            <a:endParaRPr lang="de-DE">
              <a:latin typeface="+mn-lt"/>
            </a:endParaRPr>
          </a:p>
        </p:txBody>
      </p:sp>
      <p:sp>
        <p:nvSpPr>
          <p:cNvPr id="15" name="Footer Placeholder" hidden="1"/>
          <p:cNvSpPr>
            <a:spLocks noGrp="1"/>
          </p:cNvSpPr>
          <p:nvPr>
            <p:ph type="ftr" sz="quarter" idx="10"/>
            <p:custDataLst>
              <p:tags r:id="rId3"/>
            </p:custDataLst>
          </p:nvPr>
        </p:nvSpPr>
        <p:spPr>
          <a:xfrm>
            <a:off x="12273233" y="228650"/>
            <a:ext cx="391133" cy="3077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lang="en-US" sz="200" b="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de-DE">
                <a:latin typeface="+mn-lt"/>
              </a:rPr>
              <a:t>Template ADAC </a:t>
            </a:r>
            <a:r>
              <a:rPr lang="de-DE" err="1">
                <a:latin typeface="+mn-lt"/>
              </a:rPr>
              <a:t>new</a:t>
            </a:r>
            <a:r>
              <a:rPr lang="de-DE">
                <a:latin typeface="+mn-lt"/>
              </a:rPr>
              <a:t> CD | 27.12.2017</a:t>
            </a:r>
          </a:p>
        </p:txBody>
      </p:sp>
      <p:sp>
        <p:nvSpPr>
          <p:cNvPr id="10" name="Type of document"/>
          <p:cNvSpPr>
            <a:spLocks noGrp="1"/>
          </p:cNvSpPr>
          <p:nvPr>
            <p:ph type="body" sz="quarter" idx="18" hasCustomPrompt="1"/>
          </p:nvPr>
        </p:nvSpPr>
        <p:spPr>
          <a:xfrm>
            <a:off x="530084" y="3857398"/>
            <a:ext cx="6709322" cy="581698"/>
          </a:xfrm>
        </p:spPr>
        <p:txBody>
          <a:bodyPr wrap="square" lIns="0" tIns="0" rIns="0" anchor="t" anchorCtr="0">
            <a:noAutofit/>
          </a:bodyPr>
          <a:lstStyle>
            <a:lvl1pPr>
              <a:lnSpc>
                <a:spcPct val="93000"/>
              </a:lnSpc>
              <a:spcBef>
                <a:spcPts val="0"/>
              </a:spcBef>
              <a:defRPr sz="3600" b="1">
                <a:latin typeface="+mn-lt"/>
                <a:sym typeface="+mn-lt"/>
              </a:defRPr>
            </a:lvl1pPr>
            <a:lvl2pPr>
              <a:lnSpc>
                <a:spcPct val="90000"/>
              </a:lnSpc>
              <a:spcBef>
                <a:spcPts val="0"/>
              </a:spcBef>
              <a:defRPr/>
            </a:lvl2pPr>
            <a:lvl3pPr>
              <a:lnSpc>
                <a:spcPct val="90000"/>
              </a:lnSpc>
              <a:spcBef>
                <a:spcPts val="0"/>
              </a:spcBef>
              <a:defRPr/>
            </a:lvl3pPr>
            <a:lvl4pPr>
              <a:lnSpc>
                <a:spcPct val="90000"/>
              </a:lnSpc>
              <a:spcBef>
                <a:spcPts val="0"/>
              </a:spcBef>
              <a:defRPr/>
            </a:lvl4pPr>
            <a:lvl5pPr>
              <a:lnSpc>
                <a:spcPct val="9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de-DE"/>
              <a:t>Hier steht eine </a:t>
            </a:r>
            <a:r>
              <a:rPr lang="de-DE" err="1"/>
              <a:t>Subline</a:t>
            </a:r>
            <a:endParaRPr lang="de-DE"/>
          </a:p>
        </p:txBody>
      </p:sp>
      <p:sp>
        <p:nvSpPr>
          <p:cNvPr id="4" name="Project name"/>
          <p:cNvSpPr>
            <a:spLocks noGrp="1"/>
          </p:cNvSpPr>
          <p:nvPr>
            <p:ph type="title" hasCustomPrompt="1"/>
          </p:nvPr>
        </p:nvSpPr>
        <p:spPr>
          <a:xfrm>
            <a:off x="510628" y="1711426"/>
            <a:ext cx="7185572" cy="2103140"/>
          </a:xfrm>
        </p:spPr>
        <p:txBody>
          <a:bodyPr wrap="square" lIns="0" rIns="0" bIns="0" anchor="t" anchorCtr="0">
            <a:spAutoFit/>
          </a:bodyPr>
          <a:lstStyle>
            <a:lvl1pPr algn="l" rtl="0" fontAlgn="auto">
              <a:lnSpc>
                <a:spcPts val="8200"/>
              </a:lnSpc>
              <a:spcBef>
                <a:spcPts val="0"/>
              </a:spcBef>
              <a:spcAft>
                <a:spcPts val="0"/>
              </a:spcAft>
              <a:defRPr lang="en-US" sz="8000" b="1" kern="1200" dirty="0">
                <a:solidFill>
                  <a:prstClr val="black"/>
                </a:solidFill>
                <a:latin typeface="Calibri" panose="020F0502020204030204"/>
                <a:ea typeface="Milo Slab Pro" charset="0"/>
                <a:cs typeface="Milo Slab Pro" charset="0"/>
              </a:defRPr>
            </a:lvl1pPr>
          </a:lstStyle>
          <a:p>
            <a:r>
              <a:rPr lang="de-DE"/>
              <a:t>Hier steht </a:t>
            </a:r>
            <a:br>
              <a:rPr lang="de-DE"/>
            </a:br>
            <a:r>
              <a:rPr lang="de-DE"/>
              <a:t>eine Headline</a:t>
            </a:r>
          </a:p>
        </p:txBody>
      </p:sp>
      <p:sp>
        <p:nvSpPr>
          <p:cNvPr id="11" name="Client name"/>
          <p:cNvSpPr>
            <a:spLocks noGrp="1"/>
          </p:cNvSpPr>
          <p:nvPr>
            <p:ph type="body" sz="quarter" idx="19" hasCustomPrompt="1"/>
          </p:nvPr>
        </p:nvSpPr>
        <p:spPr>
          <a:xfrm>
            <a:off x="561599" y="4592067"/>
            <a:ext cx="6709322" cy="215444"/>
          </a:xfrm>
        </p:spPr>
        <p:txBody>
          <a:bodyPr wrap="square" anchor="b" anchorCtr="0">
            <a:spAutoFit/>
          </a:bodyPr>
          <a:lstStyle>
            <a:lvl1pPr>
              <a:lnSpc>
                <a:spcPct val="100000"/>
              </a:lnSpc>
              <a:defRPr sz="1400" baseline="0">
                <a:latin typeface="+mn-lt"/>
                <a:sym typeface="+mn-lt"/>
              </a:defRPr>
            </a:lvl1pPr>
          </a:lstStyle>
          <a:p>
            <a:pPr lvl="0"/>
            <a:r>
              <a:rPr lang="de-DE"/>
              <a:t>Vorname Nachname, ADAC  |  5. Dezember 2017 </a:t>
            </a:r>
          </a:p>
        </p:txBody>
      </p:sp>
      <p:sp>
        <p:nvSpPr>
          <p:cNvPr id="22" name="Textfeld 8"/>
          <p:cNvSpPr txBox="1"/>
          <p:nvPr userDrawn="1"/>
        </p:nvSpPr>
        <p:spPr>
          <a:xfrm>
            <a:off x="561598" y="6474006"/>
            <a:ext cx="7251895" cy="1282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auto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 b="0">
                <a:solidFill>
                  <a:prstClr val="black"/>
                </a:solidFill>
                <a:latin typeface="Calibri" panose="020F0502020204030204"/>
              </a:rPr>
              <a:t>© </a:t>
            </a:r>
            <a:r>
              <a:rPr lang="de-DE" sz="1000" b="0">
                <a:solidFill>
                  <a:prstClr val="black"/>
                </a:solidFill>
                <a:latin typeface="Calibri" panose="020F0502020204030204"/>
                <a:ea typeface="MiloPro" charset="0"/>
                <a:cs typeface="MiloPro" charset="0"/>
              </a:rPr>
              <a:t>ADAC e. V.</a:t>
            </a:r>
            <a:endParaRPr lang="de-DE" sz="1000">
              <a:solidFill>
                <a:prstClr val="black"/>
              </a:solidFill>
              <a:latin typeface="Calibri" panose="020F0502020204030204"/>
              <a:ea typeface="Milo Pro" charset="0"/>
              <a:cs typeface="Milo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885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Kapitelseite Hintergrundbild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97067287"/>
              </p:ext>
            </p:extLst>
          </p:nvPr>
        </p:nvGraphicFramePr>
        <p:xfrm>
          <a:off x="1956" y="1591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216" imgH="216" progId="TCLayout.ActiveDocument.1">
                  <p:embed/>
                </p:oleObj>
              </mc:Choice>
              <mc:Fallback>
                <p:oleObj name="think-cell Folie" r:id="rId4" imgW="216" imgH="216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6" y="1591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Slide Number Placeholder" hidden="1"/>
          <p:cNvSpPr>
            <a:spLocks noGrp="1"/>
          </p:cNvSpPr>
          <p:nvPr>
            <p:ph type="sldNum" sz="quarter" idx="11"/>
          </p:nvPr>
        </p:nvSpPr>
        <p:spPr>
          <a:xfrm>
            <a:off x="12273231" y="178644"/>
            <a:ext cx="28854" cy="3077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" b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  <a:sym typeface="+mn-lt"/>
              </a:defRPr>
            </a:lvl1pPr>
          </a:lstStyle>
          <a:p>
            <a:fld id="{01940DDA-0656-452C-A408-68789653BD9B}" type="slidenum">
              <a:rPr lang="de-DE" smtClean="0">
                <a:latin typeface="+mn-lt"/>
              </a:rPr>
              <a:pPr/>
              <a:t>‹Nr.›</a:t>
            </a:fld>
            <a:endParaRPr lang="de-DE">
              <a:latin typeface="+mn-lt"/>
            </a:endParaRPr>
          </a:p>
        </p:txBody>
      </p:sp>
      <p:sp>
        <p:nvSpPr>
          <p:cNvPr id="13" name="Footer Placeholder" hidden="1"/>
          <p:cNvSpPr>
            <a:spLocks noGrp="1"/>
          </p:cNvSpPr>
          <p:nvPr>
            <p:ph type="ftr" sz="quarter" idx="10"/>
          </p:nvPr>
        </p:nvSpPr>
        <p:spPr>
          <a:xfrm>
            <a:off x="12273233" y="228650"/>
            <a:ext cx="391133" cy="3077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lang="en-US" sz="200" b="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de-DE">
                <a:latin typeface="+mn-lt"/>
              </a:rPr>
              <a:t>Template ADAC </a:t>
            </a:r>
            <a:r>
              <a:rPr lang="de-DE" err="1">
                <a:latin typeface="+mn-lt"/>
              </a:rPr>
              <a:t>new</a:t>
            </a:r>
            <a:r>
              <a:rPr lang="de-DE">
                <a:latin typeface="+mn-lt"/>
              </a:rPr>
              <a:t> CD | 27.12.2017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 hasCustomPrompt="1"/>
          </p:nvPr>
        </p:nvSpPr>
        <p:spPr>
          <a:xfrm>
            <a:off x="562609" y="1743243"/>
            <a:ext cx="10770114" cy="601062"/>
          </a:xfrm>
        </p:spPr>
        <p:txBody>
          <a:bodyPr wrap="square" lIns="0" tIns="0" rIns="0" bIns="0" anchor="b" anchorCtr="0">
            <a:spAutoFit/>
          </a:bodyPr>
          <a:lstStyle>
            <a:lvl1pPr marL="1060450" indent="-1060450" algn="l">
              <a:tabLst/>
              <a:defRPr sz="4200" b="1">
                <a:latin typeface="+mj-lt"/>
                <a:sym typeface="+mn-lt"/>
              </a:defRPr>
            </a:lvl1pPr>
          </a:lstStyle>
          <a:p>
            <a:r>
              <a:rPr lang="de-DE"/>
              <a:t>1.	Kapitel</a:t>
            </a:r>
          </a:p>
        </p:txBody>
      </p:sp>
      <p:sp>
        <p:nvSpPr>
          <p:cNvPr id="9" name="Slide Number"/>
          <p:cNvSpPr txBox="1">
            <a:spLocks noChangeArrowheads="1"/>
          </p:cNvSpPr>
          <p:nvPr userDrawn="1"/>
        </p:nvSpPr>
        <p:spPr bwMode="auto">
          <a:xfrm>
            <a:off x="572862" y="6469177"/>
            <a:ext cx="150682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sz="900" b="0" smtClean="0"/>
            </a:lvl1pPr>
          </a:lstStyle>
          <a:p>
            <a:pPr marL="0" marR="0" lvl="0" indent="0" algn="l" defTabSz="914423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A7B471-74A3-4F5F-8955-6C99E2375CAC}" type="slidenum">
              <a:rPr kumimoji="0" lang="de-DE" sz="10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lt"/>
              </a:rPr>
              <a:pPr marL="0" marR="0" lvl="0" indent="0" algn="l" defTabSz="914423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sz="1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lt"/>
            </a:endParaRPr>
          </a:p>
        </p:txBody>
      </p:sp>
      <p:pic>
        <p:nvPicPr>
          <p:cNvPr id="15" name="Bild 11"/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532" t="11976" r="4077" b="13036"/>
          <a:stretch/>
        </p:blipFill>
        <p:spPr>
          <a:xfrm>
            <a:off x="1059224" y="6480664"/>
            <a:ext cx="284556" cy="99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0140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59" imgH="360" progId="TCLayout.ActiveDocument.1">
                  <p:embed/>
                </p:oleObj>
              </mc:Choice>
              <mc:Fallback>
                <p:oleObj name="think-cell Slide" r:id="rId6" imgW="359" imgH="360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" hidden="1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12273230" y="178630"/>
            <a:ext cx="49191" cy="3080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" b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  <a:sym typeface="+mn-lt"/>
              </a:defRPr>
            </a:lvl1pPr>
          </a:lstStyle>
          <a:p>
            <a:pPr eaLnBrk="1" hangingPunct="1"/>
            <a:fld id="{01940DDA-0656-452C-A408-68789653BD9B}" type="slidenum">
              <a:rPr lang="de-DE" smtClean="0">
                <a:solidFill>
                  <a:srgbClr val="FFFFFF">
                    <a:lumMod val="75000"/>
                  </a:srgbClr>
                </a:solidFill>
              </a:rPr>
              <a:pPr eaLnBrk="1" hangingPunct="1"/>
              <a:t>‹Nr.›</a:t>
            </a:fld>
            <a:endParaRPr lang="de-DE">
              <a:solidFill>
                <a:srgbClr val="FFFFFF">
                  <a:lumMod val="75000"/>
                </a:srgbClr>
              </a:solidFill>
            </a:endParaRPr>
          </a:p>
        </p:txBody>
      </p:sp>
      <p:sp>
        <p:nvSpPr>
          <p:cNvPr id="4" name="Footer Placeholder" hidden="1"/>
          <p:cNvSpPr>
            <a:spLocks noGrp="1"/>
          </p:cNvSpPr>
          <p:nvPr>
            <p:ph type="ftr" sz="quarter" idx="12"/>
            <p:custDataLst>
              <p:tags r:id="rId3"/>
            </p:custDataLst>
          </p:nvPr>
        </p:nvSpPr>
        <p:spPr>
          <a:xfrm>
            <a:off x="12273234" y="228650"/>
            <a:ext cx="391133" cy="3077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lang="en-US" sz="200" b="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eaLnBrk="1" hangingPunct="1"/>
            <a:r>
              <a:rPr lang="de-DE">
                <a:solidFill>
                  <a:srgbClr val="FFFFFF">
                    <a:lumMod val="75000"/>
                  </a:srgbClr>
                </a:solidFill>
              </a:rPr>
              <a:t>Template ADAC new CD | 27.12.2017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67591" y="757422"/>
            <a:ext cx="11066688" cy="1020579"/>
          </a:xfrm>
        </p:spPr>
        <p:txBody>
          <a:bodyPr/>
          <a:lstStyle>
            <a:lvl1pPr>
              <a:tabLst>
                <a:tab pos="1252317" algn="l"/>
              </a:tabLst>
              <a:defRPr>
                <a:latin typeface="+mj-lt"/>
                <a:sym typeface="+mn-lt"/>
              </a:defRPr>
            </a:lvl1pPr>
          </a:lstStyle>
          <a:p>
            <a:r>
              <a:rPr lang="de-DE"/>
              <a:t>Headline</a:t>
            </a:r>
          </a:p>
        </p:txBody>
      </p:sp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4"/>
            </p:custData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59" imgH="360" progId="TCLayout.ActiveDocument.1">
                  <p:embed/>
                </p:oleObj>
              </mc:Choice>
              <mc:Fallback>
                <p:oleObj name="think-cell Slide" r:id="rId8" imgW="359" imgH="360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342316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68325" y="1924050"/>
            <a:ext cx="4298950" cy="25759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5076826" y="1924051"/>
            <a:ext cx="6557963" cy="15042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450329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" hidden="1"/>
          <p:cNvSpPr>
            <a:spLocks noGrp="1"/>
          </p:cNvSpPr>
          <p:nvPr>
            <p:ph type="sldNum" sz="quarter" idx="11"/>
            <p:custDataLst>
              <p:tags r:id="rId1"/>
            </p:custDataLst>
          </p:nvPr>
        </p:nvSpPr>
        <p:spPr>
          <a:xfrm>
            <a:off x="12273230" y="178630"/>
            <a:ext cx="49191" cy="3080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" b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  <a:sym typeface="+mn-lt"/>
              </a:defRPr>
            </a:lvl1pPr>
          </a:lstStyle>
          <a:p>
            <a:pPr eaLnBrk="1" hangingPunct="1"/>
            <a:fld id="{01940DDA-0656-452C-A408-68789653BD9B}" type="slidenum">
              <a:rPr lang="de-DE" smtClean="0">
                <a:solidFill>
                  <a:srgbClr val="FFFFFF">
                    <a:lumMod val="75000"/>
                  </a:srgbClr>
                </a:solidFill>
              </a:rPr>
              <a:pPr eaLnBrk="1" hangingPunct="1"/>
              <a:t>‹Nr.›</a:t>
            </a:fld>
            <a:endParaRPr lang="de-DE">
              <a:solidFill>
                <a:srgbClr val="FFFFFF">
                  <a:lumMod val="75000"/>
                </a:srgbClr>
              </a:solidFill>
            </a:endParaRPr>
          </a:p>
        </p:txBody>
      </p:sp>
      <p:sp>
        <p:nvSpPr>
          <p:cNvPr id="13" name="Footer Placeholder" hidden="1"/>
          <p:cNvSpPr>
            <a:spLocks noGrp="1"/>
          </p:cNvSpPr>
          <p:nvPr>
            <p:ph type="ftr" sz="quarter" idx="10"/>
            <p:custDataLst>
              <p:tags r:id="rId2"/>
            </p:custDataLst>
          </p:nvPr>
        </p:nvSpPr>
        <p:spPr>
          <a:xfrm>
            <a:off x="12273234" y="228650"/>
            <a:ext cx="391133" cy="3077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lang="en-US" sz="200" b="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eaLnBrk="1" hangingPunct="1"/>
            <a:r>
              <a:rPr lang="de-DE">
                <a:solidFill>
                  <a:srgbClr val="FFFFFF">
                    <a:lumMod val="75000"/>
                  </a:srgbClr>
                </a:solidFill>
              </a:rPr>
              <a:t>Template ADAC new CD | 27.12.2017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572862" y="1946979"/>
            <a:ext cx="11066688" cy="1261371"/>
          </a:xfrm>
        </p:spPr>
        <p:txBody>
          <a:bodyPr/>
          <a:lstStyle>
            <a:lvl1pPr>
              <a:defRPr baseline="0">
                <a:latin typeface="+mn-lt"/>
                <a:sym typeface="+mn-lt"/>
              </a:defRPr>
            </a:lvl1pPr>
            <a:lvl2pPr>
              <a:defRPr>
                <a:latin typeface="+mn-lt"/>
                <a:sym typeface="+mn-lt"/>
              </a:defRPr>
            </a:lvl2pPr>
            <a:lvl3pPr>
              <a:defRPr>
                <a:latin typeface="+mn-lt"/>
                <a:sym typeface="+mn-lt"/>
              </a:defRPr>
            </a:lvl3pPr>
            <a:lvl4pPr>
              <a:defRPr>
                <a:latin typeface="+mn-lt"/>
                <a:sym typeface="+mn-lt"/>
              </a:defRPr>
            </a:lvl4pPr>
          </a:lstStyle>
          <a:p>
            <a:pPr lvl="0"/>
            <a:r>
              <a:rPr lang="de-DE"/>
              <a:t>Textplatzhalter 18 pt</a:t>
            </a:r>
          </a:p>
          <a:p>
            <a:pPr lvl="1"/>
            <a:r>
              <a:rPr lang="de-DE"/>
              <a:t>Ebene 1</a:t>
            </a:r>
          </a:p>
          <a:p>
            <a:pPr lvl="2"/>
            <a:r>
              <a:rPr lang="de-DE"/>
              <a:t>Ebene 2</a:t>
            </a:r>
          </a:p>
          <a:p>
            <a:pPr lvl="3"/>
            <a:r>
              <a:rPr lang="de-DE"/>
              <a:t>Ebene 3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67591" y="757422"/>
            <a:ext cx="11066688" cy="1020579"/>
          </a:xfrm>
        </p:spPr>
        <p:txBody>
          <a:bodyPr/>
          <a:lstStyle>
            <a:lvl1pPr>
              <a:defRPr>
                <a:latin typeface="+mj-lt"/>
                <a:sym typeface="+mn-lt"/>
              </a:defRPr>
            </a:lvl1pPr>
          </a:lstStyle>
          <a:p>
            <a:r>
              <a:rPr lang="de-DE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39479343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itelseite gelb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957" y="1592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16" imgH="216" progId="TCLayout.ActiveDocument.1">
                  <p:embed/>
                </p:oleObj>
              </mc:Choice>
              <mc:Fallback>
                <p:oleObj name="think-cell Slide" r:id="rId3" imgW="216" imgH="216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7" y="1592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Slide Number Placeholder" hidden="1"/>
          <p:cNvSpPr>
            <a:spLocks noGrp="1"/>
          </p:cNvSpPr>
          <p:nvPr>
            <p:ph type="sldNum" sz="quarter" idx="11"/>
          </p:nvPr>
        </p:nvSpPr>
        <p:spPr>
          <a:xfrm>
            <a:off x="12273230" y="178630"/>
            <a:ext cx="49191" cy="3080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" b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  <a:sym typeface="+mn-lt"/>
              </a:defRPr>
            </a:lvl1pPr>
          </a:lstStyle>
          <a:p>
            <a:pPr eaLnBrk="1" hangingPunct="1"/>
            <a:fld id="{01940DDA-0656-452C-A408-68789653BD9B}" type="slidenum">
              <a:rPr lang="de-DE" smtClean="0">
                <a:solidFill>
                  <a:srgbClr val="FFFFFF">
                    <a:lumMod val="75000"/>
                  </a:srgbClr>
                </a:solidFill>
              </a:rPr>
              <a:pPr eaLnBrk="1" hangingPunct="1"/>
              <a:t>‹Nr.›</a:t>
            </a:fld>
            <a:endParaRPr lang="de-DE">
              <a:solidFill>
                <a:srgbClr val="FFFFFF">
                  <a:lumMod val="75000"/>
                </a:srgbClr>
              </a:solidFill>
            </a:endParaRPr>
          </a:p>
        </p:txBody>
      </p:sp>
      <p:sp>
        <p:nvSpPr>
          <p:cNvPr id="13" name="Footer Placeholder" hidden="1"/>
          <p:cNvSpPr>
            <a:spLocks noGrp="1"/>
          </p:cNvSpPr>
          <p:nvPr>
            <p:ph type="ftr" sz="quarter" idx="10"/>
          </p:nvPr>
        </p:nvSpPr>
        <p:spPr>
          <a:xfrm>
            <a:off x="12273234" y="228650"/>
            <a:ext cx="391133" cy="3077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lang="en-US" sz="200" b="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eaLnBrk="1" hangingPunct="1"/>
            <a:r>
              <a:rPr lang="de-DE">
                <a:solidFill>
                  <a:srgbClr val="FFFFFF">
                    <a:lumMod val="75000"/>
                  </a:srgbClr>
                </a:solidFill>
              </a:rPr>
              <a:t>Template ADAC new CD | 27.12.2017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 hasCustomPrompt="1"/>
          </p:nvPr>
        </p:nvSpPr>
        <p:spPr>
          <a:xfrm>
            <a:off x="562610" y="1743243"/>
            <a:ext cx="10770114" cy="601062"/>
          </a:xfrm>
        </p:spPr>
        <p:txBody>
          <a:bodyPr wrap="square" lIns="0" tIns="0" rIns="0" bIns="0" anchor="t" anchorCtr="0">
            <a:spAutoFit/>
          </a:bodyPr>
          <a:lstStyle>
            <a:lvl1pPr marL="1060236" indent="-1060236" algn="l">
              <a:tabLst/>
              <a:defRPr sz="4200" b="1">
                <a:latin typeface="+mj-lt"/>
                <a:sym typeface="+mn-lt"/>
              </a:defRPr>
            </a:lvl1pPr>
          </a:lstStyle>
          <a:p>
            <a:r>
              <a:rPr lang="de-DE"/>
              <a:t>1.	Kapitel</a:t>
            </a:r>
          </a:p>
        </p:txBody>
      </p:sp>
    </p:spTree>
    <p:extLst>
      <p:ext uri="{BB962C8B-B14F-4D97-AF65-F5344CB8AC3E}">
        <p14:creationId xmlns:p14="http://schemas.microsoft.com/office/powerpoint/2010/main" val="62086959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itelseite weiß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957" y="1592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16" imgH="216" progId="TCLayout.ActiveDocument.1">
                  <p:embed/>
                </p:oleObj>
              </mc:Choice>
              <mc:Fallback>
                <p:oleObj name="think-cell Slide" r:id="rId3" imgW="216" imgH="216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7" y="1592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Slide Number Placeholder" hidden="1"/>
          <p:cNvSpPr>
            <a:spLocks noGrp="1"/>
          </p:cNvSpPr>
          <p:nvPr>
            <p:ph type="sldNum" sz="quarter" idx="11"/>
          </p:nvPr>
        </p:nvSpPr>
        <p:spPr>
          <a:xfrm>
            <a:off x="12273230" y="178630"/>
            <a:ext cx="49191" cy="3080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" b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  <a:sym typeface="+mn-lt"/>
              </a:defRPr>
            </a:lvl1pPr>
          </a:lstStyle>
          <a:p>
            <a:pPr eaLnBrk="1" hangingPunct="1"/>
            <a:fld id="{01940DDA-0656-452C-A408-68789653BD9B}" type="slidenum">
              <a:rPr lang="de-DE" smtClean="0">
                <a:solidFill>
                  <a:srgbClr val="FFFFFF">
                    <a:lumMod val="75000"/>
                  </a:srgbClr>
                </a:solidFill>
              </a:rPr>
              <a:pPr eaLnBrk="1" hangingPunct="1"/>
              <a:t>‹Nr.›</a:t>
            </a:fld>
            <a:endParaRPr lang="de-DE">
              <a:solidFill>
                <a:srgbClr val="FFFFFF">
                  <a:lumMod val="75000"/>
                </a:srgbClr>
              </a:solidFill>
            </a:endParaRPr>
          </a:p>
        </p:txBody>
      </p:sp>
      <p:sp>
        <p:nvSpPr>
          <p:cNvPr id="13" name="Footer Placeholder" hidden="1"/>
          <p:cNvSpPr>
            <a:spLocks noGrp="1"/>
          </p:cNvSpPr>
          <p:nvPr>
            <p:ph type="ftr" sz="quarter" idx="10"/>
          </p:nvPr>
        </p:nvSpPr>
        <p:spPr>
          <a:xfrm>
            <a:off x="12273234" y="228650"/>
            <a:ext cx="391133" cy="3077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lang="en-US" sz="200" b="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eaLnBrk="1" hangingPunct="1"/>
            <a:r>
              <a:rPr lang="de-DE">
                <a:solidFill>
                  <a:srgbClr val="FFFFFF">
                    <a:lumMod val="75000"/>
                  </a:srgbClr>
                </a:solidFill>
              </a:rPr>
              <a:t>Template ADAC new CD | 27.12.2017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 hasCustomPrompt="1"/>
          </p:nvPr>
        </p:nvSpPr>
        <p:spPr>
          <a:xfrm>
            <a:off x="562610" y="1743243"/>
            <a:ext cx="10770114" cy="601062"/>
          </a:xfrm>
        </p:spPr>
        <p:txBody>
          <a:bodyPr wrap="square" lIns="0" tIns="0" rIns="0" bIns="0" anchor="t" anchorCtr="0">
            <a:spAutoFit/>
          </a:bodyPr>
          <a:lstStyle>
            <a:lvl1pPr marL="1060236" indent="-1060236" algn="l">
              <a:tabLst/>
              <a:defRPr sz="4200" b="1">
                <a:latin typeface="+mj-lt"/>
                <a:sym typeface="+mn-lt"/>
              </a:defRPr>
            </a:lvl1pPr>
          </a:lstStyle>
          <a:p>
            <a:r>
              <a:rPr lang="de-DE"/>
              <a:t>1.	Kapitel</a:t>
            </a:r>
          </a:p>
        </p:txBody>
      </p:sp>
    </p:spTree>
    <p:extLst>
      <p:ext uri="{BB962C8B-B14F-4D97-AF65-F5344CB8AC3E}">
        <p14:creationId xmlns:p14="http://schemas.microsoft.com/office/powerpoint/2010/main" val="7083624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seite Hintergrundbi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957" y="1592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16" imgH="216" progId="TCLayout.ActiveDocument.1">
                  <p:embed/>
                </p:oleObj>
              </mc:Choice>
              <mc:Fallback>
                <p:oleObj name="think-cell Slide" r:id="rId3" imgW="216" imgH="216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7" y="1592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Bild 5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12" name="Slide Number Placeholder" hidden="1"/>
          <p:cNvSpPr>
            <a:spLocks noGrp="1"/>
          </p:cNvSpPr>
          <p:nvPr>
            <p:ph type="sldNum" sz="quarter" idx="11"/>
          </p:nvPr>
        </p:nvSpPr>
        <p:spPr>
          <a:xfrm>
            <a:off x="12273230" y="178630"/>
            <a:ext cx="49191" cy="3080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" b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  <a:sym typeface="+mn-lt"/>
              </a:defRPr>
            </a:lvl1pPr>
          </a:lstStyle>
          <a:p>
            <a:pPr eaLnBrk="1" hangingPunct="1"/>
            <a:fld id="{01940DDA-0656-452C-A408-68789653BD9B}" type="slidenum">
              <a:rPr lang="de-DE" smtClean="0">
                <a:solidFill>
                  <a:srgbClr val="FFFFFF">
                    <a:lumMod val="75000"/>
                  </a:srgbClr>
                </a:solidFill>
              </a:rPr>
              <a:pPr eaLnBrk="1" hangingPunct="1"/>
              <a:t>‹Nr.›</a:t>
            </a:fld>
            <a:endParaRPr lang="de-DE">
              <a:solidFill>
                <a:srgbClr val="FFFFFF">
                  <a:lumMod val="75000"/>
                </a:srgbClr>
              </a:solidFill>
            </a:endParaRPr>
          </a:p>
        </p:txBody>
      </p:sp>
      <p:sp>
        <p:nvSpPr>
          <p:cNvPr id="13" name="Footer Placeholder" hidden="1"/>
          <p:cNvSpPr>
            <a:spLocks noGrp="1"/>
          </p:cNvSpPr>
          <p:nvPr>
            <p:ph type="ftr" sz="quarter" idx="10"/>
          </p:nvPr>
        </p:nvSpPr>
        <p:spPr>
          <a:xfrm>
            <a:off x="12273234" y="228650"/>
            <a:ext cx="391133" cy="3077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lang="en-US" sz="200" b="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eaLnBrk="1" hangingPunct="1"/>
            <a:r>
              <a:rPr lang="de-DE">
                <a:solidFill>
                  <a:srgbClr val="FFFFFF">
                    <a:lumMod val="75000"/>
                  </a:srgbClr>
                </a:solidFill>
              </a:rPr>
              <a:t>Template ADAC </a:t>
            </a:r>
            <a:r>
              <a:rPr lang="de-DE" err="1">
                <a:solidFill>
                  <a:srgbClr val="FFFFFF">
                    <a:lumMod val="75000"/>
                  </a:srgbClr>
                </a:solidFill>
              </a:rPr>
              <a:t>new</a:t>
            </a:r>
            <a:r>
              <a:rPr lang="de-DE">
                <a:solidFill>
                  <a:srgbClr val="FFFFFF">
                    <a:lumMod val="75000"/>
                  </a:srgbClr>
                </a:solidFill>
              </a:rPr>
              <a:t> CD | 27.12.2017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 hasCustomPrompt="1"/>
          </p:nvPr>
        </p:nvSpPr>
        <p:spPr>
          <a:xfrm>
            <a:off x="562610" y="1743243"/>
            <a:ext cx="10770114" cy="601062"/>
          </a:xfrm>
        </p:spPr>
        <p:txBody>
          <a:bodyPr wrap="square" lIns="0" tIns="0" rIns="0" bIns="0" anchor="b" anchorCtr="0">
            <a:spAutoFit/>
          </a:bodyPr>
          <a:lstStyle>
            <a:lvl1pPr marL="1060236" indent="-1060236" algn="l">
              <a:tabLst/>
              <a:defRPr sz="4200" b="1">
                <a:latin typeface="+mj-lt"/>
                <a:sym typeface="+mn-lt"/>
              </a:defRPr>
            </a:lvl1pPr>
          </a:lstStyle>
          <a:p>
            <a:r>
              <a:rPr lang="de-DE"/>
              <a:t>1.	Kapitel</a:t>
            </a:r>
          </a:p>
        </p:txBody>
      </p:sp>
      <p:sp>
        <p:nvSpPr>
          <p:cNvPr id="9" name="Slide Number"/>
          <p:cNvSpPr txBox="1">
            <a:spLocks noChangeArrowheads="1"/>
          </p:cNvSpPr>
          <p:nvPr userDrawn="1"/>
        </p:nvSpPr>
        <p:spPr bwMode="auto">
          <a:xfrm>
            <a:off x="572862" y="6469177"/>
            <a:ext cx="246862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sz="900" b="0" smtClean="0"/>
            </a:lvl1pPr>
          </a:lstStyle>
          <a:p>
            <a:pPr defTabSz="914239" eaLnBrk="1" hangingPunct="1">
              <a:lnSpc>
                <a:spcPct val="90000"/>
              </a:lnSpc>
              <a:defRPr/>
            </a:pPr>
            <a:fld id="{7AA7B471-74A3-4F5F-8955-6C99E2375CAC}" type="slidenum">
              <a:rPr lang="de-DE" sz="1000" noProof="1">
                <a:solidFill>
                  <a:srgbClr val="000000"/>
                </a:solidFill>
                <a:latin typeface="Calibri"/>
                <a:cs typeface="+mn-cs"/>
                <a:sym typeface="+mn-lt"/>
              </a:rPr>
              <a:pPr defTabSz="914239" eaLnBrk="1" hangingPunct="1">
                <a:lnSpc>
                  <a:spcPct val="90000"/>
                </a:lnSpc>
                <a:defRPr/>
              </a:pPr>
              <a:t>‹Nr.›</a:t>
            </a:fld>
            <a:endParaRPr lang="de-DE" sz="1000" noProof="1">
              <a:solidFill>
                <a:srgbClr val="000000"/>
              </a:solidFill>
              <a:latin typeface="Calibri"/>
              <a:cs typeface="+mn-cs"/>
              <a:sym typeface="+mn-lt"/>
            </a:endParaRPr>
          </a:p>
        </p:txBody>
      </p:sp>
      <p:sp>
        <p:nvSpPr>
          <p:cNvPr id="10" name="Doc Code" descr="casecode"/>
          <p:cNvSpPr txBox="1">
            <a:spLocks noChangeArrowheads="1"/>
          </p:cNvSpPr>
          <p:nvPr userDrawn="1"/>
        </p:nvSpPr>
        <p:spPr bwMode="auto">
          <a:xfrm>
            <a:off x="1643367" y="6469664"/>
            <a:ext cx="2160848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defRPr sz="900" b="0" smtClean="0"/>
            </a:lvl1pPr>
          </a:lstStyle>
          <a:p>
            <a:pPr algn="l" defTabSz="914239" eaLnBrk="1" hangingPunct="1">
              <a:lnSpc>
                <a:spcPct val="90000"/>
              </a:lnSpc>
              <a:defRPr/>
            </a:pPr>
            <a:r>
              <a:rPr lang="de-DE" sz="1000" noProof="1">
                <a:solidFill>
                  <a:srgbClr val="000000"/>
                </a:solidFill>
                <a:latin typeface="Calibri"/>
                <a:cs typeface="+mn-cs"/>
                <a:sym typeface="+mn-lt"/>
              </a:rPr>
              <a:t>PowerPoint_Master_Neues_CD_Vxx.pptx</a:t>
            </a:r>
          </a:p>
        </p:txBody>
      </p:sp>
      <p:pic>
        <p:nvPicPr>
          <p:cNvPr id="15" name="Bild 11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32" t="11976" r="4077" b="13036"/>
          <a:stretch/>
        </p:blipFill>
        <p:spPr>
          <a:xfrm>
            <a:off x="1059224" y="6480665"/>
            <a:ext cx="284556" cy="99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60959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ckblatt gelb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59" imgH="360" progId="TCLayout.ActiveDocument.1">
                  <p:embed/>
                </p:oleObj>
              </mc:Choice>
              <mc:Fallback>
                <p:oleObj name="think-cell Slide" r:id="rId6" imgW="359" imgH="360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Slide Number Placeholder" hidden="1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12273230" y="178630"/>
            <a:ext cx="49191" cy="3080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" b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  <a:sym typeface="+mn-lt"/>
              </a:defRPr>
            </a:lvl1pPr>
          </a:lstStyle>
          <a:p>
            <a:pPr eaLnBrk="1" hangingPunct="1"/>
            <a:fld id="{01940DDA-0656-452C-A408-68789653BD9B}" type="slidenum">
              <a:rPr lang="de-DE" smtClean="0">
                <a:solidFill>
                  <a:srgbClr val="FFFFFF">
                    <a:lumMod val="75000"/>
                  </a:srgbClr>
                </a:solidFill>
              </a:rPr>
              <a:pPr eaLnBrk="1" hangingPunct="1"/>
              <a:t>‹Nr.›</a:t>
            </a:fld>
            <a:endParaRPr lang="de-DE">
              <a:solidFill>
                <a:srgbClr val="FFFFFF">
                  <a:lumMod val="75000"/>
                </a:srgbClr>
              </a:solidFill>
            </a:endParaRPr>
          </a:p>
        </p:txBody>
      </p:sp>
      <p:sp>
        <p:nvSpPr>
          <p:cNvPr id="15" name="Footer Placeholder" hidden="1"/>
          <p:cNvSpPr>
            <a:spLocks noGrp="1"/>
          </p:cNvSpPr>
          <p:nvPr>
            <p:ph type="ftr" sz="quarter" idx="10"/>
            <p:custDataLst>
              <p:tags r:id="rId3"/>
            </p:custDataLst>
          </p:nvPr>
        </p:nvSpPr>
        <p:spPr>
          <a:xfrm>
            <a:off x="12273234" y="228650"/>
            <a:ext cx="391133" cy="3077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lang="en-US" sz="200" b="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eaLnBrk="1" hangingPunct="1"/>
            <a:r>
              <a:rPr lang="de-DE">
                <a:solidFill>
                  <a:srgbClr val="FFFFFF">
                    <a:lumMod val="75000"/>
                  </a:srgbClr>
                </a:solidFill>
              </a:rPr>
              <a:t>Template ADAC new CD | 27.12.2017</a:t>
            </a:r>
          </a:p>
        </p:txBody>
      </p:sp>
      <p:sp>
        <p:nvSpPr>
          <p:cNvPr id="10" name="Type of document"/>
          <p:cNvSpPr>
            <a:spLocks noGrp="1"/>
          </p:cNvSpPr>
          <p:nvPr>
            <p:ph type="body" sz="quarter" idx="18" hasCustomPrompt="1"/>
          </p:nvPr>
        </p:nvSpPr>
        <p:spPr>
          <a:xfrm>
            <a:off x="530085" y="3857399"/>
            <a:ext cx="7867222" cy="581698"/>
          </a:xfrm>
        </p:spPr>
        <p:txBody>
          <a:bodyPr wrap="square" lIns="0" tIns="0" rIns="0" anchor="t" anchorCtr="0">
            <a:noAutofit/>
          </a:bodyPr>
          <a:lstStyle>
            <a:lvl1pPr>
              <a:lnSpc>
                <a:spcPct val="93000"/>
              </a:lnSpc>
              <a:spcBef>
                <a:spcPts val="0"/>
              </a:spcBef>
              <a:defRPr sz="3600" b="1">
                <a:latin typeface="+mn-lt"/>
                <a:sym typeface="+mn-lt"/>
              </a:defRPr>
            </a:lvl1pPr>
            <a:lvl2pPr>
              <a:lnSpc>
                <a:spcPct val="90000"/>
              </a:lnSpc>
              <a:spcBef>
                <a:spcPts val="0"/>
              </a:spcBef>
              <a:defRPr/>
            </a:lvl2pPr>
            <a:lvl3pPr>
              <a:lnSpc>
                <a:spcPct val="90000"/>
              </a:lnSpc>
              <a:spcBef>
                <a:spcPts val="0"/>
              </a:spcBef>
              <a:defRPr/>
            </a:lvl3pPr>
            <a:lvl4pPr>
              <a:lnSpc>
                <a:spcPct val="90000"/>
              </a:lnSpc>
              <a:spcBef>
                <a:spcPts val="0"/>
              </a:spcBef>
              <a:defRPr/>
            </a:lvl4pPr>
            <a:lvl5pPr>
              <a:lnSpc>
                <a:spcPct val="9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de-DE"/>
              <a:t>Hier steht eine </a:t>
            </a:r>
            <a:r>
              <a:rPr lang="de-DE" err="1"/>
              <a:t>Subline</a:t>
            </a:r>
            <a:endParaRPr lang="de-DE"/>
          </a:p>
        </p:txBody>
      </p:sp>
      <p:sp>
        <p:nvSpPr>
          <p:cNvPr id="4" name="Project name"/>
          <p:cNvSpPr>
            <a:spLocks noGrp="1"/>
          </p:cNvSpPr>
          <p:nvPr>
            <p:ph type="title" hasCustomPrompt="1"/>
          </p:nvPr>
        </p:nvSpPr>
        <p:spPr>
          <a:xfrm>
            <a:off x="510629" y="1711427"/>
            <a:ext cx="7867222" cy="2103140"/>
          </a:xfrm>
        </p:spPr>
        <p:txBody>
          <a:bodyPr wrap="square" lIns="0" rIns="0" bIns="0" anchor="t" anchorCtr="0">
            <a:spAutoFit/>
          </a:bodyPr>
          <a:lstStyle>
            <a:lvl1pPr algn="l" rtl="0" fontAlgn="auto">
              <a:lnSpc>
                <a:spcPts val="8198"/>
              </a:lnSpc>
              <a:spcBef>
                <a:spcPts val="0"/>
              </a:spcBef>
              <a:spcAft>
                <a:spcPts val="0"/>
              </a:spcAft>
              <a:defRPr lang="en-US" sz="7998" b="1" kern="1200" dirty="0">
                <a:solidFill>
                  <a:prstClr val="black"/>
                </a:solidFill>
                <a:latin typeface="Calibri" panose="020F0502020204030204"/>
                <a:ea typeface="Milo Slab Pro" charset="0"/>
                <a:cs typeface="Milo Slab Pro" charset="0"/>
              </a:defRPr>
            </a:lvl1pPr>
          </a:lstStyle>
          <a:p>
            <a:r>
              <a:rPr lang="de-DE"/>
              <a:t>Hier steht </a:t>
            </a:r>
            <a:br>
              <a:rPr lang="de-DE"/>
            </a:br>
            <a:r>
              <a:rPr lang="de-DE"/>
              <a:t>eine Headline</a:t>
            </a:r>
          </a:p>
        </p:txBody>
      </p:sp>
      <p:sp>
        <p:nvSpPr>
          <p:cNvPr id="11" name="Client name"/>
          <p:cNvSpPr>
            <a:spLocks noGrp="1"/>
          </p:cNvSpPr>
          <p:nvPr>
            <p:ph type="body" sz="quarter" idx="19" hasCustomPrompt="1"/>
          </p:nvPr>
        </p:nvSpPr>
        <p:spPr>
          <a:xfrm>
            <a:off x="561599" y="4592068"/>
            <a:ext cx="7867222" cy="215444"/>
          </a:xfrm>
        </p:spPr>
        <p:txBody>
          <a:bodyPr anchor="b" anchorCtr="0">
            <a:spAutoFit/>
          </a:bodyPr>
          <a:lstStyle>
            <a:lvl1pPr>
              <a:lnSpc>
                <a:spcPct val="100000"/>
              </a:lnSpc>
              <a:defRPr sz="1400" baseline="0">
                <a:latin typeface="+mn-lt"/>
                <a:sym typeface="+mn-lt"/>
              </a:defRPr>
            </a:lvl1pPr>
          </a:lstStyle>
          <a:p>
            <a:pPr lvl="0"/>
            <a:r>
              <a:rPr lang="de-DE"/>
              <a:t>Vorname Nachname, ADAC  |  5. Dezember 2017 </a:t>
            </a:r>
          </a:p>
        </p:txBody>
      </p:sp>
      <p:sp>
        <p:nvSpPr>
          <p:cNvPr id="22" name="Textfeld 8"/>
          <p:cNvSpPr txBox="1"/>
          <p:nvPr/>
        </p:nvSpPr>
        <p:spPr>
          <a:xfrm>
            <a:off x="561599" y="6474006"/>
            <a:ext cx="7251894" cy="1300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1" fontAlgn="auto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>
                <a:solidFill>
                  <a:prstClr val="black"/>
                </a:solidFill>
                <a:latin typeface="Calibri" panose="020F0502020204030204"/>
                <a:cs typeface="+mn-cs"/>
              </a:rPr>
              <a:t>© </a:t>
            </a:r>
            <a:r>
              <a:rPr lang="de-DE" sz="1000">
                <a:solidFill>
                  <a:prstClr val="black"/>
                </a:solidFill>
                <a:latin typeface="Calibri" panose="020F0502020204030204"/>
                <a:ea typeface="MiloPro" charset="0"/>
                <a:cs typeface="MiloPro" charset="0"/>
              </a:rPr>
              <a:t>ADAC e. V.</a:t>
            </a:r>
            <a:endParaRPr lang="de-DE" sz="1000" b="1">
              <a:solidFill>
                <a:prstClr val="black"/>
              </a:solidFill>
              <a:latin typeface="Calibri" panose="020F0502020204030204"/>
              <a:ea typeface="Milo Pro" charset="0"/>
              <a:cs typeface="Milo Pro" charset="0"/>
            </a:endParaRPr>
          </a:p>
        </p:txBody>
      </p:sp>
      <p:pic>
        <p:nvPicPr>
          <p:cNvPr id="12" name="Bild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33197" y="272128"/>
            <a:ext cx="997104" cy="406713"/>
          </a:xfrm>
          <a:prstGeom prst="rect">
            <a:avLst/>
          </a:prstGeom>
        </p:spPr>
      </p:pic>
      <p:graphicFrame>
        <p:nvGraphicFramePr>
          <p:cNvPr id="13" name="Object 12" hidden="1"/>
          <p:cNvGraphicFramePr>
            <a:graphicFrameLocks noChangeAspect="1"/>
          </p:cNvGraphicFramePr>
          <p:nvPr userDrawn="1">
            <p:custDataLst>
              <p:tags r:id="rId4"/>
            </p:custData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59" imgH="360" progId="TCLayout.ActiveDocument.1">
                  <p:embed/>
                </p:oleObj>
              </mc:Choice>
              <mc:Fallback>
                <p:oleObj name="think-cell Slide" r:id="rId6" imgW="359" imgH="360" progId="TCLayout.ActiveDocument.1">
                  <p:embed/>
                  <p:pic>
                    <p:nvPicPr>
                      <p:cNvPr id="13" name="Object 12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feld 8"/>
          <p:cNvSpPr txBox="1"/>
          <p:nvPr userDrawn="1"/>
        </p:nvSpPr>
        <p:spPr>
          <a:xfrm>
            <a:off x="561599" y="6474006"/>
            <a:ext cx="7251894" cy="1300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1" fontAlgn="auto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>
                <a:solidFill>
                  <a:prstClr val="black"/>
                </a:solidFill>
                <a:latin typeface="Calibri" panose="020F0502020204030204"/>
                <a:cs typeface="+mn-cs"/>
              </a:rPr>
              <a:t>© </a:t>
            </a:r>
            <a:r>
              <a:rPr lang="de-DE" sz="1000">
                <a:solidFill>
                  <a:prstClr val="black"/>
                </a:solidFill>
                <a:latin typeface="Calibri" panose="020F0502020204030204"/>
                <a:ea typeface="MiloPro" charset="0"/>
                <a:cs typeface="MiloPro" charset="0"/>
              </a:rPr>
              <a:t>ADAC e. V.</a:t>
            </a:r>
            <a:endParaRPr lang="de-DE" sz="1000" b="1">
              <a:solidFill>
                <a:prstClr val="black"/>
              </a:solidFill>
              <a:latin typeface="Calibri" panose="020F0502020204030204"/>
              <a:ea typeface="Milo Pro" charset="0"/>
              <a:cs typeface="Milo Pro" charset="0"/>
            </a:endParaRPr>
          </a:p>
        </p:txBody>
      </p:sp>
      <p:pic>
        <p:nvPicPr>
          <p:cNvPr id="17" name="Bild 11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33197" y="272128"/>
            <a:ext cx="997104" cy="40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558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ckblatt mehr Tex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59" imgH="360" progId="TCLayout.ActiveDocument.1">
                  <p:embed/>
                </p:oleObj>
              </mc:Choice>
              <mc:Fallback>
                <p:oleObj name="think-cell Slide" r:id="rId6" imgW="359" imgH="360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Slide Number Placeholder" hidden="1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12273230" y="178630"/>
            <a:ext cx="49191" cy="3080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" b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  <a:sym typeface="+mn-lt"/>
              </a:defRPr>
            </a:lvl1pPr>
          </a:lstStyle>
          <a:p>
            <a:pPr eaLnBrk="1" hangingPunct="1"/>
            <a:fld id="{01940DDA-0656-452C-A408-68789653BD9B}" type="slidenum">
              <a:rPr lang="de-DE" smtClean="0">
                <a:solidFill>
                  <a:srgbClr val="FFFFFF">
                    <a:lumMod val="75000"/>
                  </a:srgbClr>
                </a:solidFill>
              </a:rPr>
              <a:pPr eaLnBrk="1" hangingPunct="1"/>
              <a:t>‹Nr.›</a:t>
            </a:fld>
            <a:endParaRPr lang="de-DE">
              <a:solidFill>
                <a:srgbClr val="FFFFFF">
                  <a:lumMod val="75000"/>
                </a:srgbClr>
              </a:solidFill>
            </a:endParaRPr>
          </a:p>
        </p:txBody>
      </p:sp>
      <p:sp>
        <p:nvSpPr>
          <p:cNvPr id="15" name="Footer Placeholder" hidden="1"/>
          <p:cNvSpPr>
            <a:spLocks noGrp="1"/>
          </p:cNvSpPr>
          <p:nvPr>
            <p:ph type="ftr" sz="quarter" idx="10"/>
            <p:custDataLst>
              <p:tags r:id="rId3"/>
            </p:custDataLst>
          </p:nvPr>
        </p:nvSpPr>
        <p:spPr>
          <a:xfrm>
            <a:off x="12273234" y="228650"/>
            <a:ext cx="391133" cy="3077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lang="en-US" sz="200" b="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eaLnBrk="1" hangingPunct="1"/>
            <a:r>
              <a:rPr lang="de-DE">
                <a:solidFill>
                  <a:srgbClr val="FFFFFF">
                    <a:lumMod val="75000"/>
                  </a:srgbClr>
                </a:solidFill>
              </a:rPr>
              <a:t>Template ADAC new CD | 27.12.2017</a:t>
            </a:r>
          </a:p>
        </p:txBody>
      </p:sp>
      <p:sp>
        <p:nvSpPr>
          <p:cNvPr id="10" name="Type of document"/>
          <p:cNvSpPr>
            <a:spLocks noGrp="1"/>
          </p:cNvSpPr>
          <p:nvPr>
            <p:ph type="body" sz="quarter" idx="18" hasCustomPrompt="1"/>
          </p:nvPr>
        </p:nvSpPr>
        <p:spPr>
          <a:xfrm>
            <a:off x="530085" y="3857399"/>
            <a:ext cx="7867222" cy="581698"/>
          </a:xfrm>
        </p:spPr>
        <p:txBody>
          <a:bodyPr wrap="square" lIns="0" tIns="0" rIns="0" anchor="t" anchorCtr="0">
            <a:noAutofit/>
          </a:bodyPr>
          <a:lstStyle>
            <a:lvl1pPr>
              <a:lnSpc>
                <a:spcPct val="93000"/>
              </a:lnSpc>
              <a:spcBef>
                <a:spcPts val="0"/>
              </a:spcBef>
              <a:defRPr sz="2400" b="1">
                <a:latin typeface="+mn-lt"/>
                <a:sym typeface="+mn-lt"/>
              </a:defRPr>
            </a:lvl1pPr>
            <a:lvl2pPr>
              <a:lnSpc>
                <a:spcPct val="90000"/>
              </a:lnSpc>
              <a:spcBef>
                <a:spcPts val="0"/>
              </a:spcBef>
              <a:defRPr/>
            </a:lvl2pPr>
            <a:lvl3pPr>
              <a:lnSpc>
                <a:spcPct val="90000"/>
              </a:lnSpc>
              <a:spcBef>
                <a:spcPts val="0"/>
              </a:spcBef>
              <a:defRPr/>
            </a:lvl3pPr>
            <a:lvl4pPr>
              <a:lnSpc>
                <a:spcPct val="90000"/>
              </a:lnSpc>
              <a:spcBef>
                <a:spcPts val="0"/>
              </a:spcBef>
              <a:defRPr/>
            </a:lvl4pPr>
            <a:lvl5pPr>
              <a:lnSpc>
                <a:spcPct val="9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de-DE"/>
              <a:t>Hier steht eine </a:t>
            </a:r>
            <a:r>
              <a:rPr lang="de-DE" err="1"/>
              <a:t>Subline</a:t>
            </a:r>
            <a:endParaRPr lang="de-DE"/>
          </a:p>
        </p:txBody>
      </p:sp>
      <p:sp>
        <p:nvSpPr>
          <p:cNvPr id="4" name="Project name"/>
          <p:cNvSpPr>
            <a:spLocks noGrp="1"/>
          </p:cNvSpPr>
          <p:nvPr>
            <p:ph type="title" hasCustomPrompt="1"/>
          </p:nvPr>
        </p:nvSpPr>
        <p:spPr>
          <a:xfrm>
            <a:off x="510629" y="2190904"/>
            <a:ext cx="10370972" cy="1231106"/>
          </a:xfrm>
        </p:spPr>
        <p:txBody>
          <a:bodyPr wrap="square" lIns="0" rIns="0" bIns="0" anchor="t" anchorCtr="0">
            <a:spAutoFit/>
          </a:bodyPr>
          <a:lstStyle>
            <a:lvl1pPr algn="l" rtl="0" fontAlgn="auto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lang="en-US" sz="4200" b="1" kern="1200" dirty="0">
                <a:solidFill>
                  <a:prstClr val="black"/>
                </a:solidFill>
                <a:latin typeface="Calibri" panose="020F0502020204030204"/>
                <a:ea typeface="Milo Slab Pro" charset="0"/>
                <a:cs typeface="Milo Slab Pro" charset="0"/>
              </a:defRPr>
            </a:lvl1pPr>
          </a:lstStyle>
          <a:p>
            <a:r>
              <a:rPr lang="de-DE"/>
              <a:t>Hier steht </a:t>
            </a:r>
            <a:br>
              <a:rPr lang="de-DE"/>
            </a:br>
            <a:r>
              <a:rPr lang="de-DE"/>
              <a:t>eine Headline</a:t>
            </a:r>
          </a:p>
        </p:txBody>
      </p:sp>
      <p:sp>
        <p:nvSpPr>
          <p:cNvPr id="11" name="Client name"/>
          <p:cNvSpPr>
            <a:spLocks noGrp="1"/>
          </p:cNvSpPr>
          <p:nvPr>
            <p:ph type="body" sz="quarter" idx="19" hasCustomPrompt="1"/>
          </p:nvPr>
        </p:nvSpPr>
        <p:spPr>
          <a:xfrm>
            <a:off x="561599" y="4592068"/>
            <a:ext cx="7867222" cy="215444"/>
          </a:xfrm>
        </p:spPr>
        <p:txBody>
          <a:bodyPr anchor="b" anchorCtr="0">
            <a:spAutoFit/>
          </a:bodyPr>
          <a:lstStyle>
            <a:lvl1pPr>
              <a:lnSpc>
                <a:spcPct val="100000"/>
              </a:lnSpc>
              <a:defRPr sz="1400" baseline="0">
                <a:latin typeface="+mn-lt"/>
                <a:sym typeface="+mn-lt"/>
              </a:defRPr>
            </a:lvl1pPr>
          </a:lstStyle>
          <a:p>
            <a:pPr lvl="0"/>
            <a:r>
              <a:rPr lang="de-DE"/>
              <a:t>Vorname Nachname, ADAC  |  5. Dezember 2017 </a:t>
            </a:r>
          </a:p>
        </p:txBody>
      </p:sp>
      <p:sp>
        <p:nvSpPr>
          <p:cNvPr id="22" name="Textfeld 8"/>
          <p:cNvSpPr txBox="1"/>
          <p:nvPr/>
        </p:nvSpPr>
        <p:spPr>
          <a:xfrm>
            <a:off x="561599" y="6474006"/>
            <a:ext cx="7251894" cy="1300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1" fontAlgn="auto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>
                <a:solidFill>
                  <a:prstClr val="black"/>
                </a:solidFill>
                <a:latin typeface="Calibri" panose="020F0502020204030204"/>
                <a:cs typeface="+mn-cs"/>
              </a:rPr>
              <a:t>© </a:t>
            </a:r>
            <a:r>
              <a:rPr lang="de-DE" sz="1000">
                <a:solidFill>
                  <a:prstClr val="black"/>
                </a:solidFill>
                <a:latin typeface="Calibri" panose="020F0502020204030204"/>
                <a:ea typeface="MiloPro" charset="0"/>
                <a:cs typeface="MiloPro" charset="0"/>
              </a:rPr>
              <a:t>ADAC e. V.</a:t>
            </a:r>
            <a:endParaRPr lang="de-DE" sz="1000" b="1">
              <a:solidFill>
                <a:prstClr val="black"/>
              </a:solidFill>
              <a:latin typeface="Calibri" panose="020F0502020204030204"/>
              <a:ea typeface="Milo Pro" charset="0"/>
              <a:cs typeface="Milo Pro" charset="0"/>
            </a:endParaRPr>
          </a:p>
        </p:txBody>
      </p:sp>
      <p:pic>
        <p:nvPicPr>
          <p:cNvPr id="13" name="Bild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33197" y="272128"/>
            <a:ext cx="997104" cy="406713"/>
          </a:xfrm>
          <a:prstGeom prst="rect">
            <a:avLst/>
          </a:prstGeom>
        </p:spPr>
      </p:pic>
      <p:graphicFrame>
        <p:nvGraphicFramePr>
          <p:cNvPr id="12" name="Object 11" hidden="1"/>
          <p:cNvGraphicFramePr>
            <a:graphicFrameLocks noChangeAspect="1"/>
          </p:cNvGraphicFramePr>
          <p:nvPr userDrawn="1">
            <p:custDataLst>
              <p:tags r:id="rId4"/>
            </p:custData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59" imgH="360" progId="TCLayout.ActiveDocument.1">
                  <p:embed/>
                </p:oleObj>
              </mc:Choice>
              <mc:Fallback>
                <p:oleObj name="think-cell Slide" r:id="rId6" imgW="359" imgH="360" progId="TCLayout.ActiveDocument.1">
                  <p:embed/>
                  <p:pic>
                    <p:nvPicPr>
                      <p:cNvPr id="12" name="Object 11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feld 8"/>
          <p:cNvSpPr txBox="1"/>
          <p:nvPr userDrawn="1"/>
        </p:nvSpPr>
        <p:spPr>
          <a:xfrm>
            <a:off x="561599" y="6474006"/>
            <a:ext cx="7251894" cy="1300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1" fontAlgn="auto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>
                <a:solidFill>
                  <a:prstClr val="black"/>
                </a:solidFill>
                <a:latin typeface="Calibri" panose="020F0502020204030204"/>
                <a:cs typeface="+mn-cs"/>
              </a:rPr>
              <a:t>© </a:t>
            </a:r>
            <a:r>
              <a:rPr lang="de-DE" sz="1000">
                <a:solidFill>
                  <a:prstClr val="black"/>
                </a:solidFill>
                <a:latin typeface="Calibri" panose="020F0502020204030204"/>
                <a:ea typeface="MiloPro" charset="0"/>
                <a:cs typeface="MiloPro" charset="0"/>
              </a:rPr>
              <a:t>ADAC e. V.</a:t>
            </a:r>
            <a:endParaRPr lang="de-DE" sz="1000" b="1">
              <a:solidFill>
                <a:prstClr val="black"/>
              </a:solidFill>
              <a:latin typeface="Calibri" panose="020F0502020204030204"/>
              <a:ea typeface="Milo Pro" charset="0"/>
              <a:cs typeface="Milo Pro" charset="0"/>
            </a:endParaRPr>
          </a:p>
        </p:txBody>
      </p:sp>
      <p:pic>
        <p:nvPicPr>
          <p:cNvPr id="17" name="Bild 11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33197" y="272128"/>
            <a:ext cx="997104" cy="40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51514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ckblatt Hintergrundbi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59" imgH="360" progId="TCLayout.ActiveDocument.1">
                  <p:embed/>
                </p:oleObj>
              </mc:Choice>
              <mc:Fallback>
                <p:oleObj name="think-cell Slide" r:id="rId5" imgW="359" imgH="360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Bild 6"/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pic>
        <p:nvPicPr>
          <p:cNvPr id="31" name="Bild 38"/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81601" y="280800"/>
            <a:ext cx="936000" cy="936000"/>
          </a:xfrm>
          <a:prstGeom prst="rect">
            <a:avLst/>
          </a:prstGeom>
        </p:spPr>
      </p:pic>
      <p:sp>
        <p:nvSpPr>
          <p:cNvPr id="14" name="Slide Number Placeholder" hidden="1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12273230" y="178630"/>
            <a:ext cx="49191" cy="3080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" b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  <a:sym typeface="+mn-lt"/>
              </a:defRPr>
            </a:lvl1pPr>
          </a:lstStyle>
          <a:p>
            <a:pPr eaLnBrk="1" hangingPunct="1"/>
            <a:fld id="{01940DDA-0656-452C-A408-68789653BD9B}" type="slidenum">
              <a:rPr lang="de-DE" smtClean="0">
                <a:solidFill>
                  <a:srgbClr val="FFFFFF">
                    <a:lumMod val="75000"/>
                  </a:srgbClr>
                </a:solidFill>
              </a:rPr>
              <a:pPr eaLnBrk="1" hangingPunct="1"/>
              <a:t>‹Nr.›</a:t>
            </a:fld>
            <a:endParaRPr lang="de-DE">
              <a:solidFill>
                <a:srgbClr val="FFFFFF">
                  <a:lumMod val="75000"/>
                </a:srgbClr>
              </a:solidFill>
            </a:endParaRPr>
          </a:p>
        </p:txBody>
      </p:sp>
      <p:sp>
        <p:nvSpPr>
          <p:cNvPr id="15" name="Footer Placeholder" hidden="1"/>
          <p:cNvSpPr>
            <a:spLocks noGrp="1"/>
          </p:cNvSpPr>
          <p:nvPr>
            <p:ph type="ftr" sz="quarter" idx="10"/>
            <p:custDataLst>
              <p:tags r:id="rId3"/>
            </p:custDataLst>
          </p:nvPr>
        </p:nvSpPr>
        <p:spPr>
          <a:xfrm>
            <a:off x="12273234" y="228650"/>
            <a:ext cx="391133" cy="3077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lang="en-US" sz="200" b="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eaLnBrk="1" hangingPunct="1"/>
            <a:r>
              <a:rPr lang="de-DE">
                <a:solidFill>
                  <a:srgbClr val="FFFFFF">
                    <a:lumMod val="75000"/>
                  </a:srgbClr>
                </a:solidFill>
              </a:rPr>
              <a:t>Template ADAC </a:t>
            </a:r>
            <a:r>
              <a:rPr lang="de-DE" err="1">
                <a:solidFill>
                  <a:srgbClr val="FFFFFF">
                    <a:lumMod val="75000"/>
                  </a:srgbClr>
                </a:solidFill>
              </a:rPr>
              <a:t>new</a:t>
            </a:r>
            <a:r>
              <a:rPr lang="de-DE">
                <a:solidFill>
                  <a:srgbClr val="FFFFFF">
                    <a:lumMod val="75000"/>
                  </a:srgbClr>
                </a:solidFill>
              </a:rPr>
              <a:t> CD | 27.12.2017</a:t>
            </a:r>
          </a:p>
        </p:txBody>
      </p:sp>
      <p:sp>
        <p:nvSpPr>
          <p:cNvPr id="10" name="Type of document"/>
          <p:cNvSpPr>
            <a:spLocks noGrp="1"/>
          </p:cNvSpPr>
          <p:nvPr>
            <p:ph type="body" sz="quarter" idx="18" hasCustomPrompt="1"/>
          </p:nvPr>
        </p:nvSpPr>
        <p:spPr>
          <a:xfrm>
            <a:off x="530085" y="3857399"/>
            <a:ext cx="6709322" cy="581698"/>
          </a:xfrm>
        </p:spPr>
        <p:txBody>
          <a:bodyPr wrap="square" lIns="0" tIns="0" rIns="0" anchor="t" anchorCtr="0">
            <a:noAutofit/>
          </a:bodyPr>
          <a:lstStyle>
            <a:lvl1pPr>
              <a:lnSpc>
                <a:spcPct val="93000"/>
              </a:lnSpc>
              <a:spcBef>
                <a:spcPts val="0"/>
              </a:spcBef>
              <a:defRPr sz="3600" b="1">
                <a:latin typeface="+mn-lt"/>
                <a:sym typeface="+mn-lt"/>
              </a:defRPr>
            </a:lvl1pPr>
            <a:lvl2pPr>
              <a:lnSpc>
                <a:spcPct val="90000"/>
              </a:lnSpc>
              <a:spcBef>
                <a:spcPts val="0"/>
              </a:spcBef>
              <a:defRPr/>
            </a:lvl2pPr>
            <a:lvl3pPr>
              <a:lnSpc>
                <a:spcPct val="90000"/>
              </a:lnSpc>
              <a:spcBef>
                <a:spcPts val="0"/>
              </a:spcBef>
              <a:defRPr/>
            </a:lvl3pPr>
            <a:lvl4pPr>
              <a:lnSpc>
                <a:spcPct val="90000"/>
              </a:lnSpc>
              <a:spcBef>
                <a:spcPts val="0"/>
              </a:spcBef>
              <a:defRPr/>
            </a:lvl4pPr>
            <a:lvl5pPr>
              <a:lnSpc>
                <a:spcPct val="9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de-DE"/>
              <a:t>Hier steht eine </a:t>
            </a:r>
            <a:r>
              <a:rPr lang="de-DE" err="1"/>
              <a:t>Subline</a:t>
            </a:r>
            <a:endParaRPr lang="de-DE"/>
          </a:p>
        </p:txBody>
      </p:sp>
      <p:sp>
        <p:nvSpPr>
          <p:cNvPr id="4" name="Project name"/>
          <p:cNvSpPr>
            <a:spLocks noGrp="1"/>
          </p:cNvSpPr>
          <p:nvPr>
            <p:ph type="title" hasCustomPrompt="1"/>
          </p:nvPr>
        </p:nvSpPr>
        <p:spPr>
          <a:xfrm>
            <a:off x="510628" y="1711427"/>
            <a:ext cx="7185572" cy="2103140"/>
          </a:xfrm>
        </p:spPr>
        <p:txBody>
          <a:bodyPr wrap="square" lIns="0" rIns="0" bIns="0" anchor="t" anchorCtr="0">
            <a:spAutoFit/>
          </a:bodyPr>
          <a:lstStyle>
            <a:lvl1pPr algn="l" rtl="0" fontAlgn="auto">
              <a:lnSpc>
                <a:spcPts val="8198"/>
              </a:lnSpc>
              <a:spcBef>
                <a:spcPts val="0"/>
              </a:spcBef>
              <a:spcAft>
                <a:spcPts val="0"/>
              </a:spcAft>
              <a:defRPr lang="en-US" sz="7998" b="1" kern="1200" dirty="0">
                <a:solidFill>
                  <a:prstClr val="black"/>
                </a:solidFill>
                <a:latin typeface="Calibri" panose="020F0502020204030204"/>
                <a:ea typeface="Milo Slab Pro" charset="0"/>
                <a:cs typeface="Milo Slab Pro" charset="0"/>
              </a:defRPr>
            </a:lvl1pPr>
          </a:lstStyle>
          <a:p>
            <a:r>
              <a:rPr lang="de-DE"/>
              <a:t>Hier steht </a:t>
            </a:r>
            <a:br>
              <a:rPr lang="de-DE"/>
            </a:br>
            <a:r>
              <a:rPr lang="de-DE"/>
              <a:t>eine Headline</a:t>
            </a:r>
          </a:p>
        </p:txBody>
      </p:sp>
      <p:sp>
        <p:nvSpPr>
          <p:cNvPr id="11" name="Client name"/>
          <p:cNvSpPr>
            <a:spLocks noGrp="1"/>
          </p:cNvSpPr>
          <p:nvPr>
            <p:ph type="body" sz="quarter" idx="19" hasCustomPrompt="1"/>
          </p:nvPr>
        </p:nvSpPr>
        <p:spPr>
          <a:xfrm>
            <a:off x="561599" y="4592068"/>
            <a:ext cx="6709322" cy="215444"/>
          </a:xfrm>
        </p:spPr>
        <p:txBody>
          <a:bodyPr wrap="square" anchor="b" anchorCtr="0">
            <a:spAutoFit/>
          </a:bodyPr>
          <a:lstStyle>
            <a:lvl1pPr>
              <a:lnSpc>
                <a:spcPct val="100000"/>
              </a:lnSpc>
              <a:defRPr sz="1400" baseline="0">
                <a:latin typeface="+mn-lt"/>
                <a:sym typeface="+mn-lt"/>
              </a:defRPr>
            </a:lvl1pPr>
          </a:lstStyle>
          <a:p>
            <a:pPr lvl="0"/>
            <a:r>
              <a:rPr lang="de-DE"/>
              <a:t>Vorname Nachname, ADAC  |  5. Dezember 2017 </a:t>
            </a:r>
          </a:p>
        </p:txBody>
      </p:sp>
      <p:sp>
        <p:nvSpPr>
          <p:cNvPr id="22" name="Textfeld 8"/>
          <p:cNvSpPr txBox="1"/>
          <p:nvPr userDrawn="1"/>
        </p:nvSpPr>
        <p:spPr>
          <a:xfrm>
            <a:off x="561599" y="6474006"/>
            <a:ext cx="7251894" cy="1300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1" fontAlgn="auto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>
                <a:solidFill>
                  <a:prstClr val="black"/>
                </a:solidFill>
                <a:latin typeface="Calibri" panose="020F0502020204030204"/>
                <a:cs typeface="+mn-cs"/>
              </a:rPr>
              <a:t>© </a:t>
            </a:r>
            <a:r>
              <a:rPr lang="de-DE" sz="1000">
                <a:solidFill>
                  <a:prstClr val="black"/>
                </a:solidFill>
                <a:latin typeface="Calibri" panose="020F0502020204030204"/>
                <a:ea typeface="MiloPro" charset="0"/>
                <a:cs typeface="MiloPro" charset="0"/>
              </a:rPr>
              <a:t>ADAC e. V.</a:t>
            </a:r>
            <a:endParaRPr lang="de-DE" sz="1000" b="1">
              <a:solidFill>
                <a:prstClr val="black"/>
              </a:solidFill>
              <a:latin typeface="Calibri" panose="020F0502020204030204"/>
              <a:ea typeface="Milo Pro" charset="0"/>
              <a:cs typeface="Milo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29533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gelb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9" imgH="360" progId="TCLayout.ActiveDocument.1">
                  <p:embed/>
                </p:oleObj>
              </mc:Choice>
              <mc:Fallback>
                <p:oleObj name="think-cell Slide" r:id="rId4" imgW="359" imgH="36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9" imgH="360" progId="TCLayout.ActiveDocument.1">
                  <p:embed/>
                </p:oleObj>
              </mc:Choice>
              <mc:Fallback>
                <p:oleObj name="think-cell Slide" r:id="rId4" imgW="359" imgH="36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525134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eiß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9" imgH="360" progId="TCLayout.ActiveDocument.1">
                  <p:embed/>
                </p:oleObj>
              </mc:Choice>
              <mc:Fallback>
                <p:oleObj name="think-cell Slide" r:id="rId4" imgW="359" imgH="36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9" imgH="360" progId="TCLayout.ActiveDocument.1">
                  <p:embed/>
                </p:oleObj>
              </mc:Choice>
              <mc:Fallback>
                <p:oleObj name="think-cell Slide" r:id="rId4" imgW="359" imgH="36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81706133"/>
      </p:ext>
    </p:extLst>
  </p:cSld>
  <p:clrMapOvr>
    <a:masterClrMapping/>
  </p:clrMapOvr>
  <p:hf sldNum="0"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44405415"/>
              </p:ext>
            </p:ext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6" imgW="359" imgH="360" progId="TCLayout.ActiveDocument.1">
                  <p:embed/>
                </p:oleObj>
              </mc:Choice>
              <mc:Fallback>
                <p:oleObj name="think-cell Folie" r:id="rId6" imgW="359" imgH="360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" hidden="1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12273230" y="178630"/>
            <a:ext cx="49191" cy="3080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" b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  <a:sym typeface="+mn-lt"/>
              </a:defRPr>
            </a:lvl1pPr>
          </a:lstStyle>
          <a:p>
            <a:fld id="{01940DDA-0656-452C-A408-68789653BD9B}" type="slidenum">
              <a:rPr lang="de-DE" smtClean="0">
                <a:latin typeface="+mn-lt"/>
              </a:rPr>
              <a:pPr/>
              <a:t>‹Nr.›</a:t>
            </a:fld>
            <a:endParaRPr lang="de-DE">
              <a:latin typeface="+mn-lt"/>
            </a:endParaRPr>
          </a:p>
        </p:txBody>
      </p:sp>
      <p:sp>
        <p:nvSpPr>
          <p:cNvPr id="4" name="Footer Placeholder" hidden="1"/>
          <p:cNvSpPr>
            <a:spLocks noGrp="1"/>
          </p:cNvSpPr>
          <p:nvPr>
            <p:ph type="ftr" sz="quarter" idx="12"/>
            <p:custDataLst>
              <p:tags r:id="rId3"/>
            </p:custDataLst>
          </p:nvPr>
        </p:nvSpPr>
        <p:spPr>
          <a:xfrm>
            <a:off x="12273234" y="228650"/>
            <a:ext cx="391133" cy="3077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lang="en-US" sz="200" b="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de-DE">
                <a:latin typeface="+mn-lt"/>
              </a:rPr>
              <a:t>Template ADAC new CD | 27.12.2017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67591" y="757422"/>
            <a:ext cx="11066688" cy="1020579"/>
          </a:xfrm>
        </p:spPr>
        <p:txBody>
          <a:bodyPr/>
          <a:lstStyle>
            <a:lvl1pPr>
              <a:tabLst>
                <a:tab pos="1252317" algn="l"/>
              </a:tabLst>
              <a:defRPr>
                <a:latin typeface="+mj-lt"/>
                <a:sym typeface="+mn-lt"/>
              </a:defRPr>
            </a:lvl1pPr>
          </a:lstStyle>
          <a:p>
            <a:r>
              <a:rPr lang="de-DE"/>
              <a:t>Headline</a:t>
            </a:r>
          </a:p>
        </p:txBody>
      </p:sp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30020224"/>
              </p:ext>
            </p:ext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59" imgH="360" progId="TCLayout.ActiveDocument.1">
                  <p:embed/>
                </p:oleObj>
              </mc:Choice>
              <mc:Fallback>
                <p:oleObj name="think-cell Slide" r:id="rId8" imgW="359" imgH="360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6999537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68325" y="1924050"/>
            <a:ext cx="4298950" cy="257591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5076826" y="1924051"/>
            <a:ext cx="6557963" cy="150429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47793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" hidden="1"/>
          <p:cNvSpPr>
            <a:spLocks noGrp="1"/>
          </p:cNvSpPr>
          <p:nvPr>
            <p:ph type="sldNum" sz="quarter" idx="11"/>
            <p:custDataLst>
              <p:tags r:id="rId1"/>
            </p:custDataLst>
          </p:nvPr>
        </p:nvSpPr>
        <p:spPr>
          <a:xfrm>
            <a:off x="12273230" y="178630"/>
            <a:ext cx="49191" cy="3080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" b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  <a:sym typeface="+mn-lt"/>
              </a:defRPr>
            </a:lvl1pPr>
          </a:lstStyle>
          <a:p>
            <a:fld id="{01940DDA-0656-452C-A408-68789653BD9B}" type="slidenum">
              <a:rPr lang="de-DE" smtClean="0">
                <a:latin typeface="+mn-lt"/>
              </a:rPr>
              <a:pPr/>
              <a:t>‹Nr.›</a:t>
            </a:fld>
            <a:endParaRPr lang="de-DE">
              <a:latin typeface="+mn-lt"/>
            </a:endParaRPr>
          </a:p>
        </p:txBody>
      </p:sp>
      <p:sp>
        <p:nvSpPr>
          <p:cNvPr id="13" name="Footer Placeholder" hidden="1"/>
          <p:cNvSpPr>
            <a:spLocks noGrp="1"/>
          </p:cNvSpPr>
          <p:nvPr>
            <p:ph type="ftr" sz="quarter" idx="10"/>
            <p:custDataLst>
              <p:tags r:id="rId2"/>
            </p:custDataLst>
          </p:nvPr>
        </p:nvSpPr>
        <p:spPr>
          <a:xfrm>
            <a:off x="12273234" y="228650"/>
            <a:ext cx="391133" cy="3077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lang="en-US" sz="200" b="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de-DE">
                <a:latin typeface="+mn-lt"/>
              </a:rPr>
              <a:t>Template ADAC new CD | 27.12.2017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572862" y="1946979"/>
            <a:ext cx="11066688" cy="1261371"/>
          </a:xfrm>
        </p:spPr>
        <p:txBody>
          <a:bodyPr/>
          <a:lstStyle>
            <a:lvl1pPr>
              <a:defRPr baseline="0">
                <a:latin typeface="+mn-lt"/>
                <a:sym typeface="+mn-lt"/>
              </a:defRPr>
            </a:lvl1pPr>
            <a:lvl2pPr>
              <a:defRPr>
                <a:latin typeface="+mn-lt"/>
                <a:sym typeface="+mn-lt"/>
              </a:defRPr>
            </a:lvl2pPr>
            <a:lvl3pPr>
              <a:defRPr>
                <a:latin typeface="+mn-lt"/>
                <a:sym typeface="+mn-lt"/>
              </a:defRPr>
            </a:lvl3pPr>
            <a:lvl4pPr>
              <a:defRPr>
                <a:latin typeface="+mn-lt"/>
                <a:sym typeface="+mn-lt"/>
              </a:defRPr>
            </a:lvl4pPr>
          </a:lstStyle>
          <a:p>
            <a:pPr lvl="0"/>
            <a:r>
              <a:rPr lang="de-DE"/>
              <a:t>Textplatzhalter 18 pt</a:t>
            </a:r>
          </a:p>
          <a:p>
            <a:pPr lvl="1"/>
            <a:r>
              <a:rPr lang="de-DE"/>
              <a:t>Ebene 1</a:t>
            </a:r>
          </a:p>
          <a:p>
            <a:pPr lvl="2"/>
            <a:r>
              <a:rPr lang="de-DE"/>
              <a:t>Ebene 2</a:t>
            </a:r>
          </a:p>
          <a:p>
            <a:pPr lvl="3"/>
            <a:r>
              <a:rPr lang="de-DE"/>
              <a:t>Ebene 3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67591" y="757422"/>
            <a:ext cx="11066688" cy="1020579"/>
          </a:xfrm>
        </p:spPr>
        <p:txBody>
          <a:bodyPr/>
          <a:lstStyle>
            <a:lvl1pPr>
              <a:defRPr>
                <a:latin typeface="+mj-lt"/>
                <a:sym typeface="+mn-lt"/>
              </a:defRPr>
            </a:lvl1pPr>
          </a:lstStyle>
          <a:p>
            <a:r>
              <a:rPr lang="de-DE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211054406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itelseite gelb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42198189"/>
              </p:ext>
            </p:extLst>
          </p:nvPr>
        </p:nvGraphicFramePr>
        <p:xfrm>
          <a:off x="1957" y="1592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16" imgH="216" progId="TCLayout.ActiveDocument.1">
                  <p:embed/>
                </p:oleObj>
              </mc:Choice>
              <mc:Fallback>
                <p:oleObj name="think-cell Folie" r:id="rId3" imgW="216" imgH="216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7" y="1592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Slide Number Placeholder" hidden="1"/>
          <p:cNvSpPr>
            <a:spLocks noGrp="1"/>
          </p:cNvSpPr>
          <p:nvPr>
            <p:ph type="sldNum" sz="quarter" idx="11"/>
          </p:nvPr>
        </p:nvSpPr>
        <p:spPr>
          <a:xfrm>
            <a:off x="12273230" y="178630"/>
            <a:ext cx="49191" cy="3080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" b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  <a:sym typeface="+mn-lt"/>
              </a:defRPr>
            </a:lvl1pPr>
          </a:lstStyle>
          <a:p>
            <a:fld id="{01940DDA-0656-452C-A408-68789653BD9B}" type="slidenum">
              <a:rPr lang="de-DE" smtClean="0">
                <a:latin typeface="+mn-lt"/>
              </a:rPr>
              <a:pPr/>
              <a:t>‹Nr.›</a:t>
            </a:fld>
            <a:endParaRPr lang="de-DE">
              <a:latin typeface="+mn-lt"/>
            </a:endParaRPr>
          </a:p>
        </p:txBody>
      </p:sp>
      <p:sp>
        <p:nvSpPr>
          <p:cNvPr id="13" name="Footer Placeholder" hidden="1"/>
          <p:cNvSpPr>
            <a:spLocks noGrp="1"/>
          </p:cNvSpPr>
          <p:nvPr>
            <p:ph type="ftr" sz="quarter" idx="10"/>
          </p:nvPr>
        </p:nvSpPr>
        <p:spPr>
          <a:xfrm>
            <a:off x="12273234" y="228650"/>
            <a:ext cx="391133" cy="3077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lang="en-US" sz="200" b="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de-DE">
                <a:latin typeface="+mn-lt"/>
              </a:rPr>
              <a:t>Template ADAC new CD | 27.12.2017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 hasCustomPrompt="1"/>
          </p:nvPr>
        </p:nvSpPr>
        <p:spPr>
          <a:xfrm>
            <a:off x="562610" y="1743243"/>
            <a:ext cx="10770114" cy="601062"/>
          </a:xfrm>
        </p:spPr>
        <p:txBody>
          <a:bodyPr wrap="square" lIns="0" tIns="0" rIns="0" bIns="0" anchor="t" anchorCtr="0">
            <a:spAutoFit/>
          </a:bodyPr>
          <a:lstStyle>
            <a:lvl1pPr marL="1060236" indent="-1060236" algn="l">
              <a:tabLst/>
              <a:defRPr sz="4200" b="1">
                <a:latin typeface="+mj-lt"/>
                <a:sym typeface="+mn-lt"/>
              </a:defRPr>
            </a:lvl1pPr>
          </a:lstStyle>
          <a:p>
            <a:r>
              <a:rPr lang="de-DE"/>
              <a:t>1.	Kapitel</a:t>
            </a:r>
          </a:p>
        </p:txBody>
      </p:sp>
    </p:spTree>
    <p:extLst>
      <p:ext uri="{BB962C8B-B14F-4D97-AF65-F5344CB8AC3E}">
        <p14:creationId xmlns:p14="http://schemas.microsoft.com/office/powerpoint/2010/main" val="56437247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itelseite weiß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09602955"/>
              </p:ext>
            </p:extLst>
          </p:nvPr>
        </p:nvGraphicFramePr>
        <p:xfrm>
          <a:off x="1957" y="1592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16" imgH="216" progId="TCLayout.ActiveDocument.1">
                  <p:embed/>
                </p:oleObj>
              </mc:Choice>
              <mc:Fallback>
                <p:oleObj name="think-cell Folie" r:id="rId3" imgW="216" imgH="216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7" y="1592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Slide Number Placeholder" hidden="1"/>
          <p:cNvSpPr>
            <a:spLocks noGrp="1"/>
          </p:cNvSpPr>
          <p:nvPr>
            <p:ph type="sldNum" sz="quarter" idx="11"/>
          </p:nvPr>
        </p:nvSpPr>
        <p:spPr>
          <a:xfrm>
            <a:off x="12273230" y="178630"/>
            <a:ext cx="49191" cy="3080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" b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  <a:sym typeface="+mn-lt"/>
              </a:defRPr>
            </a:lvl1pPr>
          </a:lstStyle>
          <a:p>
            <a:fld id="{01940DDA-0656-452C-A408-68789653BD9B}" type="slidenum">
              <a:rPr lang="de-DE" smtClean="0">
                <a:latin typeface="+mn-lt"/>
              </a:rPr>
              <a:pPr/>
              <a:t>‹Nr.›</a:t>
            </a:fld>
            <a:endParaRPr lang="de-DE">
              <a:latin typeface="+mn-lt"/>
            </a:endParaRPr>
          </a:p>
        </p:txBody>
      </p:sp>
      <p:sp>
        <p:nvSpPr>
          <p:cNvPr id="13" name="Footer Placeholder" hidden="1"/>
          <p:cNvSpPr>
            <a:spLocks noGrp="1"/>
          </p:cNvSpPr>
          <p:nvPr>
            <p:ph type="ftr" sz="quarter" idx="10"/>
          </p:nvPr>
        </p:nvSpPr>
        <p:spPr>
          <a:xfrm>
            <a:off x="12273234" y="228650"/>
            <a:ext cx="391133" cy="3077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lang="en-US" sz="200" b="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de-DE">
                <a:latin typeface="+mn-lt"/>
              </a:rPr>
              <a:t>Template ADAC new CD | 27.12.2017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 hasCustomPrompt="1"/>
          </p:nvPr>
        </p:nvSpPr>
        <p:spPr>
          <a:xfrm>
            <a:off x="562610" y="1743243"/>
            <a:ext cx="10770114" cy="601062"/>
          </a:xfrm>
        </p:spPr>
        <p:txBody>
          <a:bodyPr wrap="square" lIns="0" tIns="0" rIns="0" bIns="0" anchor="t" anchorCtr="0">
            <a:spAutoFit/>
          </a:bodyPr>
          <a:lstStyle>
            <a:lvl1pPr marL="1060236" indent="-1060236" algn="l">
              <a:tabLst/>
              <a:defRPr sz="4200" b="1">
                <a:latin typeface="+mj-lt"/>
                <a:sym typeface="+mn-lt"/>
              </a:defRPr>
            </a:lvl1pPr>
          </a:lstStyle>
          <a:p>
            <a:r>
              <a:rPr lang="de-DE"/>
              <a:t>1.	Kapitel</a:t>
            </a:r>
          </a:p>
        </p:txBody>
      </p:sp>
    </p:spTree>
    <p:extLst>
      <p:ext uri="{BB962C8B-B14F-4D97-AF65-F5344CB8AC3E}">
        <p14:creationId xmlns:p14="http://schemas.microsoft.com/office/powerpoint/2010/main" val="107179923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seite Hintergrundbild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29055851"/>
              </p:ext>
            </p:extLst>
          </p:nvPr>
        </p:nvGraphicFramePr>
        <p:xfrm>
          <a:off x="1957" y="1592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216" imgH="216" progId="TCLayout.ActiveDocument.1">
                  <p:embed/>
                </p:oleObj>
              </mc:Choice>
              <mc:Fallback>
                <p:oleObj name="think-cell Folie" r:id="rId4" imgW="216" imgH="216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7" y="1592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Slide Number Placeholder" hidden="1"/>
          <p:cNvSpPr>
            <a:spLocks noGrp="1"/>
          </p:cNvSpPr>
          <p:nvPr>
            <p:ph type="sldNum" sz="quarter" idx="11"/>
          </p:nvPr>
        </p:nvSpPr>
        <p:spPr>
          <a:xfrm>
            <a:off x="12273230" y="178630"/>
            <a:ext cx="49191" cy="3080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" b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  <a:sym typeface="+mn-lt"/>
              </a:defRPr>
            </a:lvl1pPr>
          </a:lstStyle>
          <a:p>
            <a:fld id="{01940DDA-0656-452C-A408-68789653BD9B}" type="slidenum">
              <a:rPr lang="de-DE" smtClean="0">
                <a:latin typeface="+mn-lt"/>
              </a:rPr>
              <a:pPr/>
              <a:t>‹Nr.›</a:t>
            </a:fld>
            <a:endParaRPr lang="de-DE">
              <a:latin typeface="+mn-lt"/>
            </a:endParaRPr>
          </a:p>
        </p:txBody>
      </p:sp>
      <p:sp>
        <p:nvSpPr>
          <p:cNvPr id="13" name="Footer Placeholder" hidden="1"/>
          <p:cNvSpPr>
            <a:spLocks noGrp="1"/>
          </p:cNvSpPr>
          <p:nvPr>
            <p:ph type="ftr" sz="quarter" idx="10"/>
          </p:nvPr>
        </p:nvSpPr>
        <p:spPr>
          <a:xfrm>
            <a:off x="12273234" y="228650"/>
            <a:ext cx="391133" cy="3077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lang="en-US" sz="200" b="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de-DE">
                <a:latin typeface="+mn-lt"/>
              </a:rPr>
              <a:t>Template ADAC </a:t>
            </a:r>
            <a:r>
              <a:rPr lang="de-DE" err="1">
                <a:latin typeface="+mn-lt"/>
              </a:rPr>
              <a:t>new</a:t>
            </a:r>
            <a:r>
              <a:rPr lang="de-DE">
                <a:latin typeface="+mn-lt"/>
              </a:rPr>
              <a:t> CD | 27.12.2017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 hasCustomPrompt="1"/>
          </p:nvPr>
        </p:nvSpPr>
        <p:spPr>
          <a:xfrm>
            <a:off x="562610" y="1743243"/>
            <a:ext cx="10770114" cy="601062"/>
          </a:xfrm>
        </p:spPr>
        <p:txBody>
          <a:bodyPr wrap="square" lIns="0" tIns="0" rIns="0" bIns="0" anchor="b" anchorCtr="0">
            <a:spAutoFit/>
          </a:bodyPr>
          <a:lstStyle>
            <a:lvl1pPr marL="1060236" indent="-1060236" algn="l">
              <a:tabLst/>
              <a:defRPr sz="4200" b="1">
                <a:latin typeface="+mj-lt"/>
                <a:sym typeface="+mn-lt"/>
              </a:defRPr>
            </a:lvl1pPr>
          </a:lstStyle>
          <a:p>
            <a:r>
              <a:rPr lang="de-DE"/>
              <a:t>1.	Kapitel</a:t>
            </a:r>
          </a:p>
        </p:txBody>
      </p:sp>
      <p:sp>
        <p:nvSpPr>
          <p:cNvPr id="9" name="Slide Number"/>
          <p:cNvSpPr txBox="1">
            <a:spLocks noChangeArrowheads="1"/>
          </p:cNvSpPr>
          <p:nvPr userDrawn="1"/>
        </p:nvSpPr>
        <p:spPr bwMode="auto">
          <a:xfrm>
            <a:off x="572862" y="6469177"/>
            <a:ext cx="246862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sz="900" b="0" smtClean="0"/>
            </a:lvl1pPr>
          </a:lstStyle>
          <a:p>
            <a:pPr marL="0" marR="0" lvl="0" indent="0" algn="l" defTabSz="914239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A7B471-74A3-4F5F-8955-6C99E2375CAC}" type="slidenum">
              <a:rPr kumimoji="0" lang="de-DE" sz="10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lt"/>
              </a:rPr>
              <a:pPr marL="0" marR="0" lvl="0" indent="0" algn="l" defTabSz="914239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sz="1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lt"/>
            </a:endParaRPr>
          </a:p>
        </p:txBody>
      </p:sp>
      <p:pic>
        <p:nvPicPr>
          <p:cNvPr id="15" name="Bild 11"/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532" t="11976" r="4077" b="13036"/>
          <a:stretch/>
        </p:blipFill>
        <p:spPr>
          <a:xfrm>
            <a:off x="1059224" y="6480665"/>
            <a:ext cx="284556" cy="99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63289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ckblatt gelb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4023474"/>
              </p:ext>
            </p:ext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6" imgW="359" imgH="360" progId="TCLayout.ActiveDocument.1">
                  <p:embed/>
                </p:oleObj>
              </mc:Choice>
              <mc:Fallback>
                <p:oleObj name="think-cell Folie" r:id="rId6" imgW="359" imgH="360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Slide Number Placeholder" hidden="1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12273230" y="178630"/>
            <a:ext cx="49191" cy="3080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" b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  <a:sym typeface="+mn-lt"/>
              </a:defRPr>
            </a:lvl1pPr>
          </a:lstStyle>
          <a:p>
            <a:fld id="{01940DDA-0656-452C-A408-68789653BD9B}" type="slidenum">
              <a:rPr lang="de-DE" smtClean="0">
                <a:latin typeface="+mn-lt"/>
              </a:rPr>
              <a:pPr/>
              <a:t>‹Nr.›</a:t>
            </a:fld>
            <a:endParaRPr lang="de-DE">
              <a:latin typeface="+mn-lt"/>
            </a:endParaRPr>
          </a:p>
        </p:txBody>
      </p:sp>
      <p:sp>
        <p:nvSpPr>
          <p:cNvPr id="15" name="Footer Placeholder" hidden="1"/>
          <p:cNvSpPr>
            <a:spLocks noGrp="1"/>
          </p:cNvSpPr>
          <p:nvPr>
            <p:ph type="ftr" sz="quarter" idx="10"/>
            <p:custDataLst>
              <p:tags r:id="rId3"/>
            </p:custDataLst>
          </p:nvPr>
        </p:nvSpPr>
        <p:spPr>
          <a:xfrm>
            <a:off x="12273234" y="228650"/>
            <a:ext cx="391133" cy="3077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lang="en-US" sz="200" b="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de-DE">
                <a:latin typeface="+mn-lt"/>
              </a:rPr>
              <a:t>Template ADAC new CD | 27.12.2017</a:t>
            </a:r>
          </a:p>
        </p:txBody>
      </p:sp>
      <p:sp>
        <p:nvSpPr>
          <p:cNvPr id="10" name="Type of document"/>
          <p:cNvSpPr>
            <a:spLocks noGrp="1"/>
          </p:cNvSpPr>
          <p:nvPr>
            <p:ph type="body" sz="quarter" idx="18" hasCustomPrompt="1"/>
          </p:nvPr>
        </p:nvSpPr>
        <p:spPr>
          <a:xfrm>
            <a:off x="530085" y="3857399"/>
            <a:ext cx="7867222" cy="581698"/>
          </a:xfrm>
        </p:spPr>
        <p:txBody>
          <a:bodyPr wrap="square" lIns="0" tIns="0" rIns="0" anchor="t" anchorCtr="0">
            <a:noAutofit/>
          </a:bodyPr>
          <a:lstStyle>
            <a:lvl1pPr>
              <a:lnSpc>
                <a:spcPct val="93000"/>
              </a:lnSpc>
              <a:spcBef>
                <a:spcPts val="0"/>
              </a:spcBef>
              <a:defRPr sz="3600" b="1">
                <a:latin typeface="+mn-lt"/>
                <a:sym typeface="+mn-lt"/>
              </a:defRPr>
            </a:lvl1pPr>
            <a:lvl2pPr>
              <a:lnSpc>
                <a:spcPct val="90000"/>
              </a:lnSpc>
              <a:spcBef>
                <a:spcPts val="0"/>
              </a:spcBef>
              <a:defRPr/>
            </a:lvl2pPr>
            <a:lvl3pPr>
              <a:lnSpc>
                <a:spcPct val="90000"/>
              </a:lnSpc>
              <a:spcBef>
                <a:spcPts val="0"/>
              </a:spcBef>
              <a:defRPr/>
            </a:lvl3pPr>
            <a:lvl4pPr>
              <a:lnSpc>
                <a:spcPct val="90000"/>
              </a:lnSpc>
              <a:spcBef>
                <a:spcPts val="0"/>
              </a:spcBef>
              <a:defRPr/>
            </a:lvl4pPr>
            <a:lvl5pPr>
              <a:lnSpc>
                <a:spcPct val="9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de-DE"/>
              <a:t>Hier steht eine </a:t>
            </a:r>
            <a:r>
              <a:rPr lang="de-DE" err="1"/>
              <a:t>Subline</a:t>
            </a:r>
            <a:endParaRPr lang="de-DE"/>
          </a:p>
        </p:txBody>
      </p:sp>
      <p:sp>
        <p:nvSpPr>
          <p:cNvPr id="4" name="Project name"/>
          <p:cNvSpPr>
            <a:spLocks noGrp="1"/>
          </p:cNvSpPr>
          <p:nvPr>
            <p:ph type="title" hasCustomPrompt="1"/>
          </p:nvPr>
        </p:nvSpPr>
        <p:spPr>
          <a:xfrm>
            <a:off x="510629" y="1711427"/>
            <a:ext cx="7867222" cy="2103140"/>
          </a:xfrm>
        </p:spPr>
        <p:txBody>
          <a:bodyPr wrap="square" lIns="0" rIns="0" bIns="0" anchor="t" anchorCtr="0">
            <a:spAutoFit/>
          </a:bodyPr>
          <a:lstStyle>
            <a:lvl1pPr algn="l" rtl="0" fontAlgn="auto">
              <a:lnSpc>
                <a:spcPts val="8198"/>
              </a:lnSpc>
              <a:spcBef>
                <a:spcPts val="0"/>
              </a:spcBef>
              <a:spcAft>
                <a:spcPts val="0"/>
              </a:spcAft>
              <a:defRPr lang="en-US" sz="7998" b="1" kern="1200" dirty="0">
                <a:solidFill>
                  <a:prstClr val="black"/>
                </a:solidFill>
                <a:latin typeface="Calibri" panose="020F0502020204030204"/>
                <a:ea typeface="Milo Slab Pro" charset="0"/>
                <a:cs typeface="Milo Slab Pro" charset="0"/>
              </a:defRPr>
            </a:lvl1pPr>
          </a:lstStyle>
          <a:p>
            <a:r>
              <a:rPr lang="de-DE"/>
              <a:t>Hier steht </a:t>
            </a:r>
            <a:br>
              <a:rPr lang="de-DE"/>
            </a:br>
            <a:r>
              <a:rPr lang="de-DE"/>
              <a:t>eine Headline</a:t>
            </a:r>
          </a:p>
        </p:txBody>
      </p:sp>
      <p:sp>
        <p:nvSpPr>
          <p:cNvPr id="11" name="Client name"/>
          <p:cNvSpPr>
            <a:spLocks noGrp="1"/>
          </p:cNvSpPr>
          <p:nvPr>
            <p:ph type="body" sz="quarter" idx="19" hasCustomPrompt="1"/>
          </p:nvPr>
        </p:nvSpPr>
        <p:spPr>
          <a:xfrm>
            <a:off x="561599" y="4592068"/>
            <a:ext cx="7867222" cy="215444"/>
          </a:xfrm>
        </p:spPr>
        <p:txBody>
          <a:bodyPr anchor="b" anchorCtr="0">
            <a:spAutoFit/>
          </a:bodyPr>
          <a:lstStyle>
            <a:lvl1pPr>
              <a:lnSpc>
                <a:spcPct val="100000"/>
              </a:lnSpc>
              <a:defRPr sz="1400" baseline="0">
                <a:latin typeface="+mn-lt"/>
                <a:sym typeface="+mn-lt"/>
              </a:defRPr>
            </a:lvl1pPr>
          </a:lstStyle>
          <a:p>
            <a:pPr lvl="0"/>
            <a:r>
              <a:rPr lang="de-DE"/>
              <a:t>Vorname Nachname, ADAC  |  5. Dezember 2017 </a:t>
            </a:r>
          </a:p>
        </p:txBody>
      </p:sp>
      <p:sp>
        <p:nvSpPr>
          <p:cNvPr id="22" name="Textfeld 8"/>
          <p:cNvSpPr txBox="1"/>
          <p:nvPr/>
        </p:nvSpPr>
        <p:spPr>
          <a:xfrm>
            <a:off x="561599" y="6474007"/>
            <a:ext cx="7251894" cy="1300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auto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 b="0">
                <a:solidFill>
                  <a:prstClr val="black"/>
                </a:solidFill>
                <a:latin typeface="Calibri" panose="020F0502020204030204"/>
              </a:rPr>
              <a:t>© </a:t>
            </a:r>
            <a:r>
              <a:rPr lang="de-DE" sz="1000" b="0">
                <a:solidFill>
                  <a:prstClr val="black"/>
                </a:solidFill>
                <a:latin typeface="Calibri" panose="020F0502020204030204"/>
                <a:ea typeface="MiloPro" charset="0"/>
                <a:cs typeface="MiloPro" charset="0"/>
              </a:rPr>
              <a:t>ADAC e. V.</a:t>
            </a:r>
            <a:endParaRPr lang="de-DE" sz="1000">
              <a:solidFill>
                <a:prstClr val="black"/>
              </a:solidFill>
              <a:latin typeface="Calibri" panose="020F0502020204030204"/>
              <a:ea typeface="Milo Pro" charset="0"/>
              <a:cs typeface="Milo Pro" charset="0"/>
            </a:endParaRPr>
          </a:p>
        </p:txBody>
      </p:sp>
      <p:pic>
        <p:nvPicPr>
          <p:cNvPr id="12" name="Bild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33197" y="272128"/>
            <a:ext cx="997104" cy="406713"/>
          </a:xfrm>
          <a:prstGeom prst="rect">
            <a:avLst/>
          </a:prstGeom>
        </p:spPr>
      </p:pic>
      <p:graphicFrame>
        <p:nvGraphicFramePr>
          <p:cNvPr id="13" name="Object 12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431049573"/>
              </p:ext>
            </p:ext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59" imgH="360" progId="TCLayout.ActiveDocument.1">
                  <p:embed/>
                </p:oleObj>
              </mc:Choice>
              <mc:Fallback>
                <p:oleObj name="think-cell Slide" r:id="rId9" imgW="359" imgH="360" progId="TCLayout.ActiveDocument.1">
                  <p:embed/>
                  <p:pic>
                    <p:nvPicPr>
                      <p:cNvPr id="13" name="Object 12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feld 8"/>
          <p:cNvSpPr txBox="1"/>
          <p:nvPr userDrawn="1"/>
        </p:nvSpPr>
        <p:spPr>
          <a:xfrm>
            <a:off x="561599" y="6474007"/>
            <a:ext cx="7251894" cy="1300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auto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 b="0">
                <a:solidFill>
                  <a:prstClr val="black"/>
                </a:solidFill>
                <a:latin typeface="Calibri" panose="020F0502020204030204"/>
              </a:rPr>
              <a:t>© </a:t>
            </a:r>
            <a:r>
              <a:rPr lang="de-DE" sz="1000" b="0">
                <a:solidFill>
                  <a:prstClr val="black"/>
                </a:solidFill>
                <a:latin typeface="Calibri" panose="020F0502020204030204"/>
                <a:ea typeface="MiloPro" charset="0"/>
                <a:cs typeface="MiloPro" charset="0"/>
              </a:rPr>
              <a:t>ADAC e. V.</a:t>
            </a:r>
            <a:endParaRPr lang="de-DE" sz="1000">
              <a:solidFill>
                <a:prstClr val="black"/>
              </a:solidFill>
              <a:latin typeface="Calibri" panose="020F0502020204030204"/>
              <a:ea typeface="Milo Pro" charset="0"/>
              <a:cs typeface="Milo Pro" charset="0"/>
            </a:endParaRPr>
          </a:p>
        </p:txBody>
      </p:sp>
      <p:pic>
        <p:nvPicPr>
          <p:cNvPr id="17" name="Bild 11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33197" y="272128"/>
            <a:ext cx="997104" cy="40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692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ckblatt mehr Tex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51682744"/>
              </p:ext>
            </p:ext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6" imgW="359" imgH="360" progId="TCLayout.ActiveDocument.1">
                  <p:embed/>
                </p:oleObj>
              </mc:Choice>
              <mc:Fallback>
                <p:oleObj name="think-cell Folie" r:id="rId6" imgW="359" imgH="360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Slide Number Placeholder" hidden="1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12273230" y="178630"/>
            <a:ext cx="49191" cy="3080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" b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  <a:sym typeface="+mn-lt"/>
              </a:defRPr>
            </a:lvl1pPr>
          </a:lstStyle>
          <a:p>
            <a:fld id="{01940DDA-0656-452C-A408-68789653BD9B}" type="slidenum">
              <a:rPr lang="de-DE" smtClean="0">
                <a:latin typeface="+mn-lt"/>
              </a:rPr>
              <a:pPr/>
              <a:t>‹Nr.›</a:t>
            </a:fld>
            <a:endParaRPr lang="de-DE">
              <a:latin typeface="+mn-lt"/>
            </a:endParaRPr>
          </a:p>
        </p:txBody>
      </p:sp>
      <p:sp>
        <p:nvSpPr>
          <p:cNvPr id="15" name="Footer Placeholder" hidden="1"/>
          <p:cNvSpPr>
            <a:spLocks noGrp="1"/>
          </p:cNvSpPr>
          <p:nvPr>
            <p:ph type="ftr" sz="quarter" idx="10"/>
            <p:custDataLst>
              <p:tags r:id="rId3"/>
            </p:custDataLst>
          </p:nvPr>
        </p:nvSpPr>
        <p:spPr>
          <a:xfrm>
            <a:off x="12273234" y="228650"/>
            <a:ext cx="391133" cy="3077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lang="en-US" sz="200" b="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de-DE">
                <a:latin typeface="+mn-lt"/>
              </a:rPr>
              <a:t>Template ADAC new CD | 27.12.2017</a:t>
            </a:r>
          </a:p>
        </p:txBody>
      </p:sp>
      <p:sp>
        <p:nvSpPr>
          <p:cNvPr id="10" name="Type of document"/>
          <p:cNvSpPr>
            <a:spLocks noGrp="1"/>
          </p:cNvSpPr>
          <p:nvPr>
            <p:ph type="body" sz="quarter" idx="18" hasCustomPrompt="1"/>
          </p:nvPr>
        </p:nvSpPr>
        <p:spPr>
          <a:xfrm>
            <a:off x="530085" y="3857399"/>
            <a:ext cx="7867222" cy="581698"/>
          </a:xfrm>
        </p:spPr>
        <p:txBody>
          <a:bodyPr wrap="square" lIns="0" tIns="0" rIns="0" anchor="t" anchorCtr="0">
            <a:noAutofit/>
          </a:bodyPr>
          <a:lstStyle>
            <a:lvl1pPr>
              <a:lnSpc>
                <a:spcPct val="93000"/>
              </a:lnSpc>
              <a:spcBef>
                <a:spcPts val="0"/>
              </a:spcBef>
              <a:defRPr sz="2400" b="1">
                <a:latin typeface="+mn-lt"/>
                <a:sym typeface="+mn-lt"/>
              </a:defRPr>
            </a:lvl1pPr>
            <a:lvl2pPr>
              <a:lnSpc>
                <a:spcPct val="90000"/>
              </a:lnSpc>
              <a:spcBef>
                <a:spcPts val="0"/>
              </a:spcBef>
              <a:defRPr/>
            </a:lvl2pPr>
            <a:lvl3pPr>
              <a:lnSpc>
                <a:spcPct val="90000"/>
              </a:lnSpc>
              <a:spcBef>
                <a:spcPts val="0"/>
              </a:spcBef>
              <a:defRPr/>
            </a:lvl3pPr>
            <a:lvl4pPr>
              <a:lnSpc>
                <a:spcPct val="90000"/>
              </a:lnSpc>
              <a:spcBef>
                <a:spcPts val="0"/>
              </a:spcBef>
              <a:defRPr/>
            </a:lvl4pPr>
            <a:lvl5pPr>
              <a:lnSpc>
                <a:spcPct val="9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de-DE"/>
              <a:t>Hier steht eine </a:t>
            </a:r>
            <a:r>
              <a:rPr lang="de-DE" err="1"/>
              <a:t>Subline</a:t>
            </a:r>
            <a:endParaRPr lang="de-DE"/>
          </a:p>
        </p:txBody>
      </p:sp>
      <p:sp>
        <p:nvSpPr>
          <p:cNvPr id="4" name="Project name"/>
          <p:cNvSpPr>
            <a:spLocks noGrp="1"/>
          </p:cNvSpPr>
          <p:nvPr>
            <p:ph type="title" hasCustomPrompt="1"/>
          </p:nvPr>
        </p:nvSpPr>
        <p:spPr>
          <a:xfrm>
            <a:off x="510629" y="2190904"/>
            <a:ext cx="10370972" cy="1231106"/>
          </a:xfrm>
        </p:spPr>
        <p:txBody>
          <a:bodyPr wrap="square" lIns="0" rIns="0" bIns="0" anchor="t" anchorCtr="0">
            <a:spAutoFit/>
          </a:bodyPr>
          <a:lstStyle>
            <a:lvl1pPr algn="l" rtl="0" fontAlgn="auto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lang="en-US" sz="4200" b="1" kern="1200" dirty="0">
                <a:solidFill>
                  <a:prstClr val="black"/>
                </a:solidFill>
                <a:latin typeface="Calibri" panose="020F0502020204030204"/>
                <a:ea typeface="Milo Slab Pro" charset="0"/>
                <a:cs typeface="Milo Slab Pro" charset="0"/>
              </a:defRPr>
            </a:lvl1pPr>
          </a:lstStyle>
          <a:p>
            <a:r>
              <a:rPr lang="de-DE"/>
              <a:t>Hier steht </a:t>
            </a:r>
            <a:br>
              <a:rPr lang="de-DE"/>
            </a:br>
            <a:r>
              <a:rPr lang="de-DE"/>
              <a:t>eine Headline</a:t>
            </a:r>
          </a:p>
        </p:txBody>
      </p:sp>
      <p:sp>
        <p:nvSpPr>
          <p:cNvPr id="11" name="Client name"/>
          <p:cNvSpPr>
            <a:spLocks noGrp="1"/>
          </p:cNvSpPr>
          <p:nvPr>
            <p:ph type="body" sz="quarter" idx="19" hasCustomPrompt="1"/>
          </p:nvPr>
        </p:nvSpPr>
        <p:spPr>
          <a:xfrm>
            <a:off x="561599" y="4592068"/>
            <a:ext cx="7867222" cy="215444"/>
          </a:xfrm>
        </p:spPr>
        <p:txBody>
          <a:bodyPr anchor="b" anchorCtr="0">
            <a:spAutoFit/>
          </a:bodyPr>
          <a:lstStyle>
            <a:lvl1pPr>
              <a:lnSpc>
                <a:spcPct val="100000"/>
              </a:lnSpc>
              <a:defRPr sz="1400" baseline="0">
                <a:latin typeface="+mn-lt"/>
                <a:sym typeface="+mn-lt"/>
              </a:defRPr>
            </a:lvl1pPr>
          </a:lstStyle>
          <a:p>
            <a:pPr lvl="0"/>
            <a:r>
              <a:rPr lang="de-DE"/>
              <a:t>Vorname Nachname, ADAC  |  5. Dezember 2017 </a:t>
            </a:r>
          </a:p>
        </p:txBody>
      </p:sp>
      <p:sp>
        <p:nvSpPr>
          <p:cNvPr id="22" name="Textfeld 8"/>
          <p:cNvSpPr txBox="1"/>
          <p:nvPr/>
        </p:nvSpPr>
        <p:spPr>
          <a:xfrm>
            <a:off x="561599" y="6474007"/>
            <a:ext cx="7251894" cy="1300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auto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 b="0">
                <a:solidFill>
                  <a:prstClr val="black"/>
                </a:solidFill>
                <a:latin typeface="Calibri" panose="020F0502020204030204"/>
              </a:rPr>
              <a:t>© </a:t>
            </a:r>
            <a:r>
              <a:rPr lang="de-DE" sz="1000" b="0">
                <a:solidFill>
                  <a:prstClr val="black"/>
                </a:solidFill>
                <a:latin typeface="Calibri" panose="020F0502020204030204"/>
                <a:ea typeface="MiloPro" charset="0"/>
                <a:cs typeface="MiloPro" charset="0"/>
              </a:rPr>
              <a:t>ADAC e. V.</a:t>
            </a:r>
            <a:endParaRPr lang="de-DE" sz="1000">
              <a:solidFill>
                <a:prstClr val="black"/>
              </a:solidFill>
              <a:latin typeface="Calibri" panose="020F0502020204030204"/>
              <a:ea typeface="Milo Pro" charset="0"/>
              <a:cs typeface="Milo Pro" charset="0"/>
            </a:endParaRPr>
          </a:p>
        </p:txBody>
      </p:sp>
      <p:pic>
        <p:nvPicPr>
          <p:cNvPr id="13" name="Bild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33197" y="272128"/>
            <a:ext cx="997104" cy="406713"/>
          </a:xfrm>
          <a:prstGeom prst="rect">
            <a:avLst/>
          </a:prstGeom>
        </p:spPr>
      </p:pic>
      <p:graphicFrame>
        <p:nvGraphicFramePr>
          <p:cNvPr id="12" name="Object 1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497157049"/>
              </p:ext>
            </p:ext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59" imgH="360" progId="TCLayout.ActiveDocument.1">
                  <p:embed/>
                </p:oleObj>
              </mc:Choice>
              <mc:Fallback>
                <p:oleObj name="think-cell Slide" r:id="rId9" imgW="359" imgH="360" progId="TCLayout.ActiveDocument.1">
                  <p:embed/>
                  <p:pic>
                    <p:nvPicPr>
                      <p:cNvPr id="12" name="Object 11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feld 8"/>
          <p:cNvSpPr txBox="1"/>
          <p:nvPr userDrawn="1"/>
        </p:nvSpPr>
        <p:spPr>
          <a:xfrm>
            <a:off x="561599" y="6474007"/>
            <a:ext cx="7251894" cy="1300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auto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 b="0">
                <a:solidFill>
                  <a:prstClr val="black"/>
                </a:solidFill>
                <a:latin typeface="Calibri" panose="020F0502020204030204"/>
              </a:rPr>
              <a:t>© </a:t>
            </a:r>
            <a:r>
              <a:rPr lang="de-DE" sz="1000" b="0">
                <a:solidFill>
                  <a:prstClr val="black"/>
                </a:solidFill>
                <a:latin typeface="Calibri" panose="020F0502020204030204"/>
                <a:ea typeface="MiloPro" charset="0"/>
                <a:cs typeface="MiloPro" charset="0"/>
              </a:rPr>
              <a:t>ADAC e. V.</a:t>
            </a:r>
            <a:endParaRPr lang="de-DE" sz="1000">
              <a:solidFill>
                <a:prstClr val="black"/>
              </a:solidFill>
              <a:latin typeface="Calibri" panose="020F0502020204030204"/>
              <a:ea typeface="Milo Pro" charset="0"/>
              <a:cs typeface="Milo Pro" charset="0"/>
            </a:endParaRPr>
          </a:p>
        </p:txBody>
      </p:sp>
      <p:pic>
        <p:nvPicPr>
          <p:cNvPr id="17" name="Bild 11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33197" y="272128"/>
            <a:ext cx="997104" cy="40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04545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ckblatt Hintergrundbi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19958016"/>
              </p:ext>
            </p:ext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359" imgH="360" progId="TCLayout.ActiveDocument.1">
                  <p:embed/>
                </p:oleObj>
              </mc:Choice>
              <mc:Fallback>
                <p:oleObj name="think-cell Folie" r:id="rId5" imgW="359" imgH="360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Bild 6"/>
          <p:cNvPicPr>
            <a:picLocks noChangeAspect="1"/>
          </p:cNvPicPr>
          <p:nvPr userDrawn="1"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pic>
        <p:nvPicPr>
          <p:cNvPr id="31" name="Bild 38"/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81601" y="280800"/>
            <a:ext cx="936000" cy="936000"/>
          </a:xfrm>
          <a:prstGeom prst="rect">
            <a:avLst/>
          </a:prstGeom>
        </p:spPr>
      </p:pic>
      <p:sp>
        <p:nvSpPr>
          <p:cNvPr id="14" name="Slide Number Placeholder" hidden="1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12273230" y="178630"/>
            <a:ext cx="49191" cy="3080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" b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  <a:sym typeface="+mn-lt"/>
              </a:defRPr>
            </a:lvl1pPr>
          </a:lstStyle>
          <a:p>
            <a:fld id="{01940DDA-0656-452C-A408-68789653BD9B}" type="slidenum">
              <a:rPr lang="de-DE" smtClean="0">
                <a:latin typeface="+mn-lt"/>
              </a:rPr>
              <a:pPr/>
              <a:t>‹Nr.›</a:t>
            </a:fld>
            <a:endParaRPr lang="de-DE">
              <a:latin typeface="+mn-lt"/>
            </a:endParaRPr>
          </a:p>
        </p:txBody>
      </p:sp>
      <p:sp>
        <p:nvSpPr>
          <p:cNvPr id="15" name="Footer Placeholder" hidden="1"/>
          <p:cNvSpPr>
            <a:spLocks noGrp="1"/>
          </p:cNvSpPr>
          <p:nvPr>
            <p:ph type="ftr" sz="quarter" idx="10"/>
            <p:custDataLst>
              <p:tags r:id="rId3"/>
            </p:custDataLst>
          </p:nvPr>
        </p:nvSpPr>
        <p:spPr>
          <a:xfrm>
            <a:off x="12273234" y="228650"/>
            <a:ext cx="391133" cy="3077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lang="en-US" sz="200" b="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de-DE">
                <a:latin typeface="+mn-lt"/>
              </a:rPr>
              <a:t>Template ADAC </a:t>
            </a:r>
            <a:r>
              <a:rPr lang="de-DE" err="1">
                <a:latin typeface="+mn-lt"/>
              </a:rPr>
              <a:t>new</a:t>
            </a:r>
            <a:r>
              <a:rPr lang="de-DE">
                <a:latin typeface="+mn-lt"/>
              </a:rPr>
              <a:t> CD | 27.12.2017</a:t>
            </a:r>
          </a:p>
        </p:txBody>
      </p:sp>
      <p:sp>
        <p:nvSpPr>
          <p:cNvPr id="10" name="Type of document"/>
          <p:cNvSpPr>
            <a:spLocks noGrp="1"/>
          </p:cNvSpPr>
          <p:nvPr>
            <p:ph type="body" sz="quarter" idx="18" hasCustomPrompt="1"/>
          </p:nvPr>
        </p:nvSpPr>
        <p:spPr>
          <a:xfrm>
            <a:off x="530085" y="3857399"/>
            <a:ext cx="6709322" cy="581698"/>
          </a:xfrm>
        </p:spPr>
        <p:txBody>
          <a:bodyPr wrap="square" lIns="0" tIns="0" rIns="0" anchor="t" anchorCtr="0">
            <a:noAutofit/>
          </a:bodyPr>
          <a:lstStyle>
            <a:lvl1pPr>
              <a:lnSpc>
                <a:spcPct val="93000"/>
              </a:lnSpc>
              <a:spcBef>
                <a:spcPts val="0"/>
              </a:spcBef>
              <a:defRPr sz="3600" b="1">
                <a:latin typeface="+mn-lt"/>
                <a:sym typeface="+mn-lt"/>
              </a:defRPr>
            </a:lvl1pPr>
            <a:lvl2pPr>
              <a:lnSpc>
                <a:spcPct val="90000"/>
              </a:lnSpc>
              <a:spcBef>
                <a:spcPts val="0"/>
              </a:spcBef>
              <a:defRPr/>
            </a:lvl2pPr>
            <a:lvl3pPr>
              <a:lnSpc>
                <a:spcPct val="90000"/>
              </a:lnSpc>
              <a:spcBef>
                <a:spcPts val="0"/>
              </a:spcBef>
              <a:defRPr/>
            </a:lvl3pPr>
            <a:lvl4pPr>
              <a:lnSpc>
                <a:spcPct val="90000"/>
              </a:lnSpc>
              <a:spcBef>
                <a:spcPts val="0"/>
              </a:spcBef>
              <a:defRPr/>
            </a:lvl4pPr>
            <a:lvl5pPr>
              <a:lnSpc>
                <a:spcPct val="9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de-DE"/>
              <a:t>Hier steht eine </a:t>
            </a:r>
            <a:r>
              <a:rPr lang="de-DE" err="1"/>
              <a:t>Subline</a:t>
            </a:r>
            <a:endParaRPr lang="de-DE"/>
          </a:p>
        </p:txBody>
      </p:sp>
      <p:sp>
        <p:nvSpPr>
          <p:cNvPr id="4" name="Project name"/>
          <p:cNvSpPr>
            <a:spLocks noGrp="1"/>
          </p:cNvSpPr>
          <p:nvPr>
            <p:ph type="title" hasCustomPrompt="1"/>
          </p:nvPr>
        </p:nvSpPr>
        <p:spPr>
          <a:xfrm>
            <a:off x="510628" y="1711427"/>
            <a:ext cx="7185572" cy="2103140"/>
          </a:xfrm>
        </p:spPr>
        <p:txBody>
          <a:bodyPr wrap="square" lIns="0" rIns="0" bIns="0" anchor="t" anchorCtr="0">
            <a:spAutoFit/>
          </a:bodyPr>
          <a:lstStyle>
            <a:lvl1pPr algn="l" rtl="0" fontAlgn="auto">
              <a:lnSpc>
                <a:spcPts val="8198"/>
              </a:lnSpc>
              <a:spcBef>
                <a:spcPts val="0"/>
              </a:spcBef>
              <a:spcAft>
                <a:spcPts val="0"/>
              </a:spcAft>
              <a:defRPr lang="en-US" sz="7998" b="1" kern="1200" dirty="0">
                <a:solidFill>
                  <a:prstClr val="black"/>
                </a:solidFill>
                <a:latin typeface="Calibri" panose="020F0502020204030204"/>
                <a:ea typeface="Milo Slab Pro" charset="0"/>
                <a:cs typeface="Milo Slab Pro" charset="0"/>
              </a:defRPr>
            </a:lvl1pPr>
          </a:lstStyle>
          <a:p>
            <a:r>
              <a:rPr lang="de-DE"/>
              <a:t>Hier steht </a:t>
            </a:r>
            <a:br>
              <a:rPr lang="de-DE"/>
            </a:br>
            <a:r>
              <a:rPr lang="de-DE"/>
              <a:t>eine Headline</a:t>
            </a:r>
          </a:p>
        </p:txBody>
      </p:sp>
      <p:sp>
        <p:nvSpPr>
          <p:cNvPr id="11" name="Client name"/>
          <p:cNvSpPr>
            <a:spLocks noGrp="1"/>
          </p:cNvSpPr>
          <p:nvPr>
            <p:ph type="body" sz="quarter" idx="19" hasCustomPrompt="1"/>
          </p:nvPr>
        </p:nvSpPr>
        <p:spPr>
          <a:xfrm>
            <a:off x="561599" y="4592068"/>
            <a:ext cx="6709322" cy="215444"/>
          </a:xfrm>
        </p:spPr>
        <p:txBody>
          <a:bodyPr wrap="square" anchor="b" anchorCtr="0">
            <a:spAutoFit/>
          </a:bodyPr>
          <a:lstStyle>
            <a:lvl1pPr>
              <a:lnSpc>
                <a:spcPct val="100000"/>
              </a:lnSpc>
              <a:defRPr sz="1400" baseline="0">
                <a:latin typeface="+mn-lt"/>
                <a:sym typeface="+mn-lt"/>
              </a:defRPr>
            </a:lvl1pPr>
          </a:lstStyle>
          <a:p>
            <a:pPr lvl="0"/>
            <a:r>
              <a:rPr lang="de-DE"/>
              <a:t>Vorname Nachname, ADAC  |  5. Dezember 2017 </a:t>
            </a:r>
          </a:p>
        </p:txBody>
      </p:sp>
      <p:sp>
        <p:nvSpPr>
          <p:cNvPr id="22" name="Textfeld 8"/>
          <p:cNvSpPr txBox="1"/>
          <p:nvPr userDrawn="1"/>
        </p:nvSpPr>
        <p:spPr>
          <a:xfrm>
            <a:off x="561599" y="6474007"/>
            <a:ext cx="7251894" cy="1300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auto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 b="0">
                <a:solidFill>
                  <a:prstClr val="black"/>
                </a:solidFill>
                <a:latin typeface="Calibri" panose="020F0502020204030204"/>
              </a:rPr>
              <a:t>© </a:t>
            </a:r>
            <a:r>
              <a:rPr lang="de-DE" sz="1000" b="0">
                <a:solidFill>
                  <a:prstClr val="black"/>
                </a:solidFill>
                <a:latin typeface="Calibri" panose="020F0502020204030204"/>
                <a:ea typeface="MiloPro" charset="0"/>
                <a:cs typeface="MiloPro" charset="0"/>
              </a:rPr>
              <a:t>ADAC e. V.</a:t>
            </a:r>
            <a:endParaRPr lang="de-DE" sz="1000">
              <a:solidFill>
                <a:prstClr val="black"/>
              </a:solidFill>
              <a:latin typeface="Calibri" panose="020F0502020204030204"/>
              <a:ea typeface="Milo Pro" charset="0"/>
              <a:cs typeface="Milo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997095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68325" y="1924050"/>
            <a:ext cx="4298950" cy="257591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5076826" y="1924051"/>
            <a:ext cx="6557963" cy="150429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19487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Kapitelseite Hintergrundbild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2268178"/>
              </p:ext>
            </p:extLst>
          </p:nvPr>
        </p:nvGraphicFramePr>
        <p:xfrm>
          <a:off x="1957" y="1592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216" imgH="216" progId="TCLayout.ActiveDocument.1">
                  <p:embed/>
                </p:oleObj>
              </mc:Choice>
              <mc:Fallback>
                <p:oleObj name="think-cell Folie" r:id="rId4" imgW="216" imgH="216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7" y="1592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Slide Number Placeholder" hidden="1"/>
          <p:cNvSpPr>
            <a:spLocks noGrp="1"/>
          </p:cNvSpPr>
          <p:nvPr>
            <p:ph type="sldNum" sz="quarter" idx="11"/>
          </p:nvPr>
        </p:nvSpPr>
        <p:spPr>
          <a:xfrm>
            <a:off x="12273230" y="178630"/>
            <a:ext cx="49191" cy="3080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" b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  <a:sym typeface="+mn-lt"/>
              </a:defRPr>
            </a:lvl1pPr>
          </a:lstStyle>
          <a:p>
            <a:fld id="{01940DDA-0656-452C-A408-68789653BD9B}" type="slidenum">
              <a:rPr lang="de-DE" smtClean="0">
                <a:latin typeface="+mn-lt"/>
              </a:rPr>
              <a:pPr/>
              <a:t>‹Nr.›</a:t>
            </a:fld>
            <a:endParaRPr lang="de-DE">
              <a:latin typeface="+mn-lt"/>
            </a:endParaRPr>
          </a:p>
        </p:txBody>
      </p:sp>
      <p:sp>
        <p:nvSpPr>
          <p:cNvPr id="13" name="Footer Placeholder" hidden="1"/>
          <p:cNvSpPr>
            <a:spLocks noGrp="1"/>
          </p:cNvSpPr>
          <p:nvPr>
            <p:ph type="ftr" sz="quarter" idx="10"/>
          </p:nvPr>
        </p:nvSpPr>
        <p:spPr>
          <a:xfrm>
            <a:off x="12273234" y="228650"/>
            <a:ext cx="391133" cy="3077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lang="en-US" sz="200" b="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de-DE">
                <a:latin typeface="+mn-lt"/>
              </a:rPr>
              <a:t>Template ADAC </a:t>
            </a:r>
            <a:r>
              <a:rPr lang="de-DE" err="1">
                <a:latin typeface="+mn-lt"/>
              </a:rPr>
              <a:t>new</a:t>
            </a:r>
            <a:r>
              <a:rPr lang="de-DE">
                <a:latin typeface="+mn-lt"/>
              </a:rPr>
              <a:t> CD | 27.12.2017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 hasCustomPrompt="1"/>
          </p:nvPr>
        </p:nvSpPr>
        <p:spPr>
          <a:xfrm>
            <a:off x="562610" y="1743243"/>
            <a:ext cx="10770114" cy="601062"/>
          </a:xfrm>
        </p:spPr>
        <p:txBody>
          <a:bodyPr wrap="square" lIns="0" tIns="0" rIns="0" bIns="0" anchor="b" anchorCtr="0">
            <a:spAutoFit/>
          </a:bodyPr>
          <a:lstStyle>
            <a:lvl1pPr marL="1060236" indent="-1060236" algn="l">
              <a:tabLst/>
              <a:defRPr sz="4200" b="1">
                <a:latin typeface="+mj-lt"/>
                <a:sym typeface="+mn-lt"/>
              </a:defRPr>
            </a:lvl1pPr>
          </a:lstStyle>
          <a:p>
            <a:r>
              <a:rPr lang="de-DE"/>
              <a:t>1.	Kapitel</a:t>
            </a:r>
          </a:p>
        </p:txBody>
      </p:sp>
      <p:sp>
        <p:nvSpPr>
          <p:cNvPr id="9" name="Slide Number"/>
          <p:cNvSpPr txBox="1">
            <a:spLocks noChangeArrowheads="1"/>
          </p:cNvSpPr>
          <p:nvPr userDrawn="1"/>
        </p:nvSpPr>
        <p:spPr bwMode="auto">
          <a:xfrm>
            <a:off x="572862" y="6469177"/>
            <a:ext cx="246862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sz="900" b="0" smtClean="0"/>
            </a:lvl1pPr>
          </a:lstStyle>
          <a:p>
            <a:pPr marL="0" marR="0" lvl="0" indent="0" algn="l" defTabSz="914239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A7B471-74A3-4F5F-8955-6C99E2375CAC}" type="slidenum">
              <a:rPr kumimoji="0" lang="de-DE" sz="10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lt"/>
              </a:rPr>
              <a:pPr marL="0" marR="0" lvl="0" indent="0" algn="l" defTabSz="914239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sz="1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lt"/>
            </a:endParaRPr>
          </a:p>
        </p:txBody>
      </p:sp>
      <p:pic>
        <p:nvPicPr>
          <p:cNvPr id="15" name="Bild 11"/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532" t="11976" r="4077" b="13036"/>
          <a:stretch/>
        </p:blipFill>
        <p:spPr>
          <a:xfrm>
            <a:off x="1059224" y="6480665"/>
            <a:ext cx="284556" cy="99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94377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eckblatt Hintergrundbi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03426860"/>
              </p:ext>
            </p:ext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359" imgH="360" progId="TCLayout.ActiveDocument.1">
                  <p:embed/>
                </p:oleObj>
              </mc:Choice>
              <mc:Fallback>
                <p:oleObj name="think-cell Folie" r:id="rId5" imgW="359" imgH="360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Bild 6"/>
          <p:cNvPicPr>
            <a:picLocks noChangeAspect="1"/>
          </p:cNvPicPr>
          <p:nvPr userDrawn="1"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pic>
        <p:nvPicPr>
          <p:cNvPr id="31" name="Bild 38"/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81601" y="280800"/>
            <a:ext cx="936000" cy="936000"/>
          </a:xfrm>
          <a:prstGeom prst="rect">
            <a:avLst/>
          </a:prstGeom>
        </p:spPr>
      </p:pic>
      <p:sp>
        <p:nvSpPr>
          <p:cNvPr id="14" name="Slide Number Placeholder" hidden="1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12273230" y="178630"/>
            <a:ext cx="49191" cy="3080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" b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  <a:sym typeface="+mn-lt"/>
              </a:defRPr>
            </a:lvl1pPr>
          </a:lstStyle>
          <a:p>
            <a:fld id="{01940DDA-0656-452C-A408-68789653BD9B}" type="slidenum">
              <a:rPr lang="de-DE" smtClean="0">
                <a:latin typeface="+mn-lt"/>
              </a:rPr>
              <a:pPr/>
              <a:t>‹Nr.›</a:t>
            </a:fld>
            <a:endParaRPr lang="de-DE">
              <a:latin typeface="+mn-lt"/>
            </a:endParaRPr>
          </a:p>
        </p:txBody>
      </p:sp>
      <p:sp>
        <p:nvSpPr>
          <p:cNvPr id="15" name="Footer Placeholder" hidden="1"/>
          <p:cNvSpPr>
            <a:spLocks noGrp="1"/>
          </p:cNvSpPr>
          <p:nvPr>
            <p:ph type="ftr" sz="quarter" idx="10"/>
            <p:custDataLst>
              <p:tags r:id="rId3"/>
            </p:custDataLst>
          </p:nvPr>
        </p:nvSpPr>
        <p:spPr>
          <a:xfrm>
            <a:off x="12273234" y="228650"/>
            <a:ext cx="391133" cy="3077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lang="en-US" sz="200" b="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de-DE">
                <a:latin typeface="+mn-lt"/>
              </a:rPr>
              <a:t>Template ADAC </a:t>
            </a:r>
            <a:r>
              <a:rPr lang="de-DE" err="1">
                <a:latin typeface="+mn-lt"/>
              </a:rPr>
              <a:t>new</a:t>
            </a:r>
            <a:r>
              <a:rPr lang="de-DE">
                <a:latin typeface="+mn-lt"/>
              </a:rPr>
              <a:t> CD | 27.12.2017</a:t>
            </a:r>
          </a:p>
        </p:txBody>
      </p:sp>
      <p:sp>
        <p:nvSpPr>
          <p:cNvPr id="10" name="Type of document"/>
          <p:cNvSpPr>
            <a:spLocks noGrp="1"/>
          </p:cNvSpPr>
          <p:nvPr>
            <p:ph type="body" sz="quarter" idx="18" hasCustomPrompt="1"/>
          </p:nvPr>
        </p:nvSpPr>
        <p:spPr>
          <a:xfrm>
            <a:off x="530085" y="3857399"/>
            <a:ext cx="6709322" cy="581698"/>
          </a:xfrm>
        </p:spPr>
        <p:txBody>
          <a:bodyPr wrap="square" lIns="0" tIns="0" rIns="0" anchor="t" anchorCtr="0">
            <a:noAutofit/>
          </a:bodyPr>
          <a:lstStyle>
            <a:lvl1pPr>
              <a:lnSpc>
                <a:spcPct val="93000"/>
              </a:lnSpc>
              <a:spcBef>
                <a:spcPts val="0"/>
              </a:spcBef>
              <a:defRPr sz="3600" b="1">
                <a:latin typeface="+mn-lt"/>
                <a:sym typeface="+mn-lt"/>
              </a:defRPr>
            </a:lvl1pPr>
            <a:lvl2pPr>
              <a:lnSpc>
                <a:spcPct val="90000"/>
              </a:lnSpc>
              <a:spcBef>
                <a:spcPts val="0"/>
              </a:spcBef>
              <a:defRPr/>
            </a:lvl2pPr>
            <a:lvl3pPr>
              <a:lnSpc>
                <a:spcPct val="90000"/>
              </a:lnSpc>
              <a:spcBef>
                <a:spcPts val="0"/>
              </a:spcBef>
              <a:defRPr/>
            </a:lvl3pPr>
            <a:lvl4pPr>
              <a:lnSpc>
                <a:spcPct val="90000"/>
              </a:lnSpc>
              <a:spcBef>
                <a:spcPts val="0"/>
              </a:spcBef>
              <a:defRPr/>
            </a:lvl4pPr>
            <a:lvl5pPr>
              <a:lnSpc>
                <a:spcPct val="9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de-DE"/>
              <a:t>Hier steht eine </a:t>
            </a:r>
            <a:r>
              <a:rPr lang="de-DE" err="1"/>
              <a:t>Subline</a:t>
            </a:r>
            <a:endParaRPr lang="de-DE"/>
          </a:p>
        </p:txBody>
      </p:sp>
      <p:sp>
        <p:nvSpPr>
          <p:cNvPr id="4" name="Project name"/>
          <p:cNvSpPr>
            <a:spLocks noGrp="1"/>
          </p:cNvSpPr>
          <p:nvPr>
            <p:ph type="title" hasCustomPrompt="1"/>
          </p:nvPr>
        </p:nvSpPr>
        <p:spPr>
          <a:xfrm>
            <a:off x="510628" y="1711427"/>
            <a:ext cx="7185572" cy="2103140"/>
          </a:xfrm>
        </p:spPr>
        <p:txBody>
          <a:bodyPr wrap="square" lIns="0" rIns="0" bIns="0" anchor="t" anchorCtr="0">
            <a:spAutoFit/>
          </a:bodyPr>
          <a:lstStyle>
            <a:lvl1pPr algn="l" rtl="0" fontAlgn="auto">
              <a:lnSpc>
                <a:spcPts val="8198"/>
              </a:lnSpc>
              <a:spcBef>
                <a:spcPts val="0"/>
              </a:spcBef>
              <a:spcAft>
                <a:spcPts val="0"/>
              </a:spcAft>
              <a:defRPr lang="en-US" sz="7998" b="1" kern="1200" dirty="0">
                <a:solidFill>
                  <a:prstClr val="black"/>
                </a:solidFill>
                <a:latin typeface="Calibri" panose="020F0502020204030204"/>
                <a:ea typeface="Milo Slab Pro" charset="0"/>
                <a:cs typeface="Milo Slab Pro" charset="0"/>
              </a:defRPr>
            </a:lvl1pPr>
          </a:lstStyle>
          <a:p>
            <a:r>
              <a:rPr lang="de-DE"/>
              <a:t>Hier steht </a:t>
            </a:r>
            <a:br>
              <a:rPr lang="de-DE"/>
            </a:br>
            <a:r>
              <a:rPr lang="de-DE"/>
              <a:t>eine Headline</a:t>
            </a:r>
          </a:p>
        </p:txBody>
      </p:sp>
      <p:sp>
        <p:nvSpPr>
          <p:cNvPr id="11" name="Client name"/>
          <p:cNvSpPr>
            <a:spLocks noGrp="1"/>
          </p:cNvSpPr>
          <p:nvPr>
            <p:ph type="body" sz="quarter" idx="19" hasCustomPrompt="1"/>
          </p:nvPr>
        </p:nvSpPr>
        <p:spPr>
          <a:xfrm>
            <a:off x="561599" y="4592068"/>
            <a:ext cx="6709322" cy="215444"/>
          </a:xfrm>
        </p:spPr>
        <p:txBody>
          <a:bodyPr wrap="square" anchor="b" anchorCtr="0">
            <a:spAutoFit/>
          </a:bodyPr>
          <a:lstStyle>
            <a:lvl1pPr>
              <a:lnSpc>
                <a:spcPct val="100000"/>
              </a:lnSpc>
              <a:defRPr sz="1400" baseline="0">
                <a:latin typeface="+mn-lt"/>
                <a:sym typeface="+mn-lt"/>
              </a:defRPr>
            </a:lvl1pPr>
          </a:lstStyle>
          <a:p>
            <a:pPr lvl="0"/>
            <a:r>
              <a:rPr lang="de-DE"/>
              <a:t>Vorname Nachname, ADAC  |  5. Dezember 2017 </a:t>
            </a:r>
          </a:p>
        </p:txBody>
      </p:sp>
      <p:sp>
        <p:nvSpPr>
          <p:cNvPr id="22" name="Textfeld 8"/>
          <p:cNvSpPr txBox="1"/>
          <p:nvPr userDrawn="1"/>
        </p:nvSpPr>
        <p:spPr>
          <a:xfrm>
            <a:off x="561599" y="6474007"/>
            <a:ext cx="7251894" cy="1300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auto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 b="0">
                <a:solidFill>
                  <a:prstClr val="black"/>
                </a:solidFill>
                <a:latin typeface="Calibri" panose="020F0502020204030204"/>
              </a:rPr>
              <a:t>© </a:t>
            </a:r>
            <a:r>
              <a:rPr lang="de-DE" sz="1000" b="0">
                <a:solidFill>
                  <a:prstClr val="black"/>
                </a:solidFill>
                <a:latin typeface="Calibri" panose="020F0502020204030204"/>
                <a:ea typeface="MiloPro" charset="0"/>
                <a:cs typeface="MiloPro" charset="0"/>
              </a:rPr>
              <a:t>ADAC e. V.</a:t>
            </a:r>
            <a:endParaRPr lang="de-DE" sz="1000">
              <a:solidFill>
                <a:prstClr val="black"/>
              </a:solidFill>
              <a:latin typeface="Calibri" panose="020F0502020204030204"/>
              <a:ea typeface="Milo Pro" charset="0"/>
              <a:cs typeface="Milo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633107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Kapitelseite Hintergrundbild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4698184"/>
              </p:ext>
            </p:extLst>
          </p:nvPr>
        </p:nvGraphicFramePr>
        <p:xfrm>
          <a:off x="1957" y="1592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216" imgH="216" progId="TCLayout.ActiveDocument.1">
                  <p:embed/>
                </p:oleObj>
              </mc:Choice>
              <mc:Fallback>
                <p:oleObj name="think-cell Folie" r:id="rId4" imgW="216" imgH="216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7" y="1592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Slide Number Placeholder" hidden="1"/>
          <p:cNvSpPr>
            <a:spLocks noGrp="1"/>
          </p:cNvSpPr>
          <p:nvPr>
            <p:ph type="sldNum" sz="quarter" idx="11"/>
          </p:nvPr>
        </p:nvSpPr>
        <p:spPr>
          <a:xfrm>
            <a:off x="12273230" y="178630"/>
            <a:ext cx="49191" cy="3080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" b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  <a:sym typeface="+mn-lt"/>
              </a:defRPr>
            </a:lvl1pPr>
          </a:lstStyle>
          <a:p>
            <a:fld id="{01940DDA-0656-452C-A408-68789653BD9B}" type="slidenum">
              <a:rPr lang="de-DE" smtClean="0">
                <a:latin typeface="+mn-lt"/>
              </a:rPr>
              <a:pPr/>
              <a:t>‹Nr.›</a:t>
            </a:fld>
            <a:endParaRPr lang="de-DE">
              <a:latin typeface="+mn-lt"/>
            </a:endParaRPr>
          </a:p>
        </p:txBody>
      </p:sp>
      <p:sp>
        <p:nvSpPr>
          <p:cNvPr id="13" name="Footer Placeholder" hidden="1"/>
          <p:cNvSpPr>
            <a:spLocks noGrp="1"/>
          </p:cNvSpPr>
          <p:nvPr>
            <p:ph type="ftr" sz="quarter" idx="10"/>
          </p:nvPr>
        </p:nvSpPr>
        <p:spPr>
          <a:xfrm>
            <a:off x="12273234" y="228650"/>
            <a:ext cx="391133" cy="3077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lang="en-US" sz="200" b="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de-DE">
                <a:latin typeface="+mn-lt"/>
              </a:rPr>
              <a:t>Template ADAC </a:t>
            </a:r>
            <a:r>
              <a:rPr lang="de-DE" err="1">
                <a:latin typeface="+mn-lt"/>
              </a:rPr>
              <a:t>new</a:t>
            </a:r>
            <a:r>
              <a:rPr lang="de-DE">
                <a:latin typeface="+mn-lt"/>
              </a:rPr>
              <a:t> CD | 27.12.2017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 hasCustomPrompt="1"/>
          </p:nvPr>
        </p:nvSpPr>
        <p:spPr>
          <a:xfrm>
            <a:off x="562610" y="1743243"/>
            <a:ext cx="10770114" cy="601062"/>
          </a:xfrm>
        </p:spPr>
        <p:txBody>
          <a:bodyPr wrap="square" lIns="0" tIns="0" rIns="0" bIns="0" anchor="b" anchorCtr="0">
            <a:spAutoFit/>
          </a:bodyPr>
          <a:lstStyle>
            <a:lvl1pPr marL="1060236" indent="-1060236" algn="l">
              <a:tabLst/>
              <a:defRPr sz="4200" b="1">
                <a:latin typeface="+mj-lt"/>
                <a:sym typeface="+mn-lt"/>
              </a:defRPr>
            </a:lvl1pPr>
          </a:lstStyle>
          <a:p>
            <a:r>
              <a:rPr lang="de-DE"/>
              <a:t>1.	Kapitel</a:t>
            </a:r>
          </a:p>
        </p:txBody>
      </p:sp>
      <p:sp>
        <p:nvSpPr>
          <p:cNvPr id="9" name="Slide Number"/>
          <p:cNvSpPr txBox="1">
            <a:spLocks noChangeArrowheads="1"/>
          </p:cNvSpPr>
          <p:nvPr userDrawn="1"/>
        </p:nvSpPr>
        <p:spPr bwMode="auto">
          <a:xfrm>
            <a:off x="572862" y="6469177"/>
            <a:ext cx="246862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sz="900" b="0" smtClean="0"/>
            </a:lvl1pPr>
          </a:lstStyle>
          <a:p>
            <a:pPr marL="0" marR="0" lvl="0" indent="0" algn="l" defTabSz="914239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A7B471-74A3-4F5F-8955-6C99E2375CAC}" type="slidenum">
              <a:rPr kumimoji="0" lang="de-DE" sz="10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lt"/>
              </a:rPr>
              <a:pPr marL="0" marR="0" lvl="0" indent="0" algn="l" defTabSz="914239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sz="1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lt"/>
            </a:endParaRPr>
          </a:p>
        </p:txBody>
      </p:sp>
      <p:pic>
        <p:nvPicPr>
          <p:cNvPr id="15" name="Bild 11"/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532" t="11976" r="4077" b="13036"/>
          <a:stretch/>
        </p:blipFill>
        <p:spPr>
          <a:xfrm>
            <a:off x="1059224" y="6480665"/>
            <a:ext cx="284556" cy="99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29769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59485237"/>
              </p:ext>
            </p:ext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59" imgH="360" progId="TCLayout.ActiveDocument.1">
                  <p:embed/>
                </p:oleObj>
              </mc:Choice>
              <mc:Fallback>
                <p:oleObj name="think-cell Slide" r:id="rId6" imgW="359" imgH="360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" hidden="1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12273230" y="178630"/>
            <a:ext cx="49191" cy="3080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" b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  <a:sym typeface="+mn-lt"/>
              </a:defRPr>
            </a:lvl1pPr>
          </a:lstStyle>
          <a:p>
            <a:fld id="{01940DDA-0656-452C-A408-68789653BD9B}" type="slidenum">
              <a:rPr lang="de-DE" smtClean="0">
                <a:latin typeface="+mn-lt"/>
              </a:rPr>
              <a:pPr/>
              <a:t>‹Nr.›</a:t>
            </a:fld>
            <a:endParaRPr lang="de-DE">
              <a:latin typeface="+mn-lt"/>
            </a:endParaRPr>
          </a:p>
        </p:txBody>
      </p:sp>
      <p:sp>
        <p:nvSpPr>
          <p:cNvPr id="4" name="Footer Placeholder" hidden="1"/>
          <p:cNvSpPr>
            <a:spLocks noGrp="1"/>
          </p:cNvSpPr>
          <p:nvPr>
            <p:ph type="ftr" sz="quarter" idx="12"/>
            <p:custDataLst>
              <p:tags r:id="rId3"/>
            </p:custDataLst>
          </p:nvPr>
        </p:nvSpPr>
        <p:spPr>
          <a:xfrm>
            <a:off x="12273234" y="228650"/>
            <a:ext cx="391133" cy="3077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lang="en-US" sz="200" b="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de-DE">
                <a:latin typeface="+mn-lt"/>
              </a:rPr>
              <a:t>Template ADAC new CD | 27.12.2017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67591" y="757422"/>
            <a:ext cx="11066688" cy="1020579"/>
          </a:xfrm>
        </p:spPr>
        <p:txBody>
          <a:bodyPr/>
          <a:lstStyle>
            <a:lvl1pPr>
              <a:tabLst>
                <a:tab pos="1252317" algn="l"/>
              </a:tabLst>
              <a:defRPr>
                <a:latin typeface="+mj-lt"/>
                <a:sym typeface="+mn-lt"/>
              </a:defRPr>
            </a:lvl1pPr>
          </a:lstStyle>
          <a:p>
            <a:r>
              <a:rPr lang="de-DE"/>
              <a:t>Headline</a:t>
            </a:r>
          </a:p>
        </p:txBody>
      </p:sp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495292629"/>
              </p:ext>
            </p:ext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59" imgH="360" progId="TCLayout.ActiveDocument.1">
                  <p:embed/>
                </p:oleObj>
              </mc:Choice>
              <mc:Fallback>
                <p:oleObj name="think-cell Slide" r:id="rId8" imgW="359" imgH="360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0558537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68325" y="1924050"/>
            <a:ext cx="4298950" cy="257591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5076826" y="1924051"/>
            <a:ext cx="6557963" cy="150429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22129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" hidden="1"/>
          <p:cNvSpPr>
            <a:spLocks noGrp="1"/>
          </p:cNvSpPr>
          <p:nvPr>
            <p:ph type="sldNum" sz="quarter" idx="11"/>
            <p:custDataLst>
              <p:tags r:id="rId1"/>
            </p:custDataLst>
          </p:nvPr>
        </p:nvSpPr>
        <p:spPr>
          <a:xfrm>
            <a:off x="12273230" y="178630"/>
            <a:ext cx="49191" cy="3080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" b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  <a:sym typeface="+mn-lt"/>
              </a:defRPr>
            </a:lvl1pPr>
          </a:lstStyle>
          <a:p>
            <a:fld id="{01940DDA-0656-452C-A408-68789653BD9B}" type="slidenum">
              <a:rPr lang="de-DE" smtClean="0">
                <a:latin typeface="+mn-lt"/>
              </a:rPr>
              <a:pPr/>
              <a:t>‹Nr.›</a:t>
            </a:fld>
            <a:endParaRPr lang="de-DE">
              <a:latin typeface="+mn-lt"/>
            </a:endParaRPr>
          </a:p>
        </p:txBody>
      </p:sp>
      <p:sp>
        <p:nvSpPr>
          <p:cNvPr id="13" name="Footer Placeholder" hidden="1"/>
          <p:cNvSpPr>
            <a:spLocks noGrp="1"/>
          </p:cNvSpPr>
          <p:nvPr>
            <p:ph type="ftr" sz="quarter" idx="10"/>
            <p:custDataLst>
              <p:tags r:id="rId2"/>
            </p:custDataLst>
          </p:nvPr>
        </p:nvSpPr>
        <p:spPr>
          <a:xfrm>
            <a:off x="12273234" y="228650"/>
            <a:ext cx="391133" cy="3077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lang="en-US" sz="200" b="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de-DE">
                <a:latin typeface="+mn-lt"/>
              </a:rPr>
              <a:t>Template ADAC new CD | 27.12.2017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572862" y="1946979"/>
            <a:ext cx="11066688" cy="1261371"/>
          </a:xfrm>
        </p:spPr>
        <p:txBody>
          <a:bodyPr/>
          <a:lstStyle>
            <a:lvl1pPr>
              <a:defRPr baseline="0">
                <a:latin typeface="+mn-lt"/>
                <a:sym typeface="+mn-lt"/>
              </a:defRPr>
            </a:lvl1pPr>
            <a:lvl2pPr>
              <a:defRPr>
                <a:latin typeface="+mn-lt"/>
                <a:sym typeface="+mn-lt"/>
              </a:defRPr>
            </a:lvl2pPr>
            <a:lvl3pPr>
              <a:defRPr>
                <a:latin typeface="+mn-lt"/>
                <a:sym typeface="+mn-lt"/>
              </a:defRPr>
            </a:lvl3pPr>
            <a:lvl4pPr>
              <a:defRPr>
                <a:latin typeface="+mn-lt"/>
                <a:sym typeface="+mn-lt"/>
              </a:defRPr>
            </a:lvl4pPr>
          </a:lstStyle>
          <a:p>
            <a:pPr lvl="0"/>
            <a:r>
              <a:rPr lang="de-DE"/>
              <a:t>Textplatzhalter 18 pt</a:t>
            </a:r>
          </a:p>
          <a:p>
            <a:pPr lvl="1"/>
            <a:r>
              <a:rPr lang="de-DE"/>
              <a:t>Ebene 1</a:t>
            </a:r>
          </a:p>
          <a:p>
            <a:pPr lvl="2"/>
            <a:r>
              <a:rPr lang="de-DE"/>
              <a:t>Ebene 2</a:t>
            </a:r>
          </a:p>
          <a:p>
            <a:pPr lvl="3"/>
            <a:r>
              <a:rPr lang="de-DE"/>
              <a:t>Ebene 3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67591" y="757422"/>
            <a:ext cx="11066688" cy="1020579"/>
          </a:xfrm>
        </p:spPr>
        <p:txBody>
          <a:bodyPr/>
          <a:lstStyle>
            <a:lvl1pPr>
              <a:defRPr>
                <a:latin typeface="+mj-lt"/>
                <a:sym typeface="+mn-lt"/>
              </a:defRPr>
            </a:lvl1pPr>
          </a:lstStyle>
          <a:p>
            <a:r>
              <a:rPr lang="de-DE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276195656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itelseite gelb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94868415"/>
              </p:ext>
            </p:extLst>
          </p:nvPr>
        </p:nvGraphicFramePr>
        <p:xfrm>
          <a:off x="1957" y="1592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16" imgH="216" progId="TCLayout.ActiveDocument.1">
                  <p:embed/>
                </p:oleObj>
              </mc:Choice>
              <mc:Fallback>
                <p:oleObj name="think-cell Slide" r:id="rId3" imgW="216" imgH="216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7" y="1592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Slide Number Placeholder" hidden="1"/>
          <p:cNvSpPr>
            <a:spLocks noGrp="1"/>
          </p:cNvSpPr>
          <p:nvPr>
            <p:ph type="sldNum" sz="quarter" idx="11"/>
          </p:nvPr>
        </p:nvSpPr>
        <p:spPr>
          <a:xfrm>
            <a:off x="12273230" y="178630"/>
            <a:ext cx="49191" cy="3080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" b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  <a:sym typeface="+mn-lt"/>
              </a:defRPr>
            </a:lvl1pPr>
          </a:lstStyle>
          <a:p>
            <a:fld id="{01940DDA-0656-452C-A408-68789653BD9B}" type="slidenum">
              <a:rPr lang="de-DE" smtClean="0">
                <a:latin typeface="+mn-lt"/>
              </a:rPr>
              <a:pPr/>
              <a:t>‹Nr.›</a:t>
            </a:fld>
            <a:endParaRPr lang="de-DE">
              <a:latin typeface="+mn-lt"/>
            </a:endParaRPr>
          </a:p>
        </p:txBody>
      </p:sp>
      <p:sp>
        <p:nvSpPr>
          <p:cNvPr id="13" name="Footer Placeholder" hidden="1"/>
          <p:cNvSpPr>
            <a:spLocks noGrp="1"/>
          </p:cNvSpPr>
          <p:nvPr>
            <p:ph type="ftr" sz="quarter" idx="10"/>
          </p:nvPr>
        </p:nvSpPr>
        <p:spPr>
          <a:xfrm>
            <a:off x="12273234" y="228650"/>
            <a:ext cx="391133" cy="3077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lang="en-US" sz="200" b="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de-DE">
                <a:latin typeface="+mn-lt"/>
              </a:rPr>
              <a:t>Template ADAC new CD | 27.12.2017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 hasCustomPrompt="1"/>
          </p:nvPr>
        </p:nvSpPr>
        <p:spPr>
          <a:xfrm>
            <a:off x="562610" y="1743243"/>
            <a:ext cx="10770114" cy="601062"/>
          </a:xfrm>
        </p:spPr>
        <p:txBody>
          <a:bodyPr wrap="square" lIns="0" tIns="0" rIns="0" bIns="0" anchor="t" anchorCtr="0">
            <a:spAutoFit/>
          </a:bodyPr>
          <a:lstStyle>
            <a:lvl1pPr marL="1060236" indent="-1060236" algn="l">
              <a:tabLst/>
              <a:defRPr sz="4200" b="1">
                <a:latin typeface="+mj-lt"/>
                <a:sym typeface="+mn-lt"/>
              </a:defRPr>
            </a:lvl1pPr>
          </a:lstStyle>
          <a:p>
            <a:r>
              <a:rPr lang="de-DE"/>
              <a:t>1.	Kapitel</a:t>
            </a:r>
          </a:p>
        </p:txBody>
      </p:sp>
    </p:spTree>
    <p:extLst>
      <p:ext uri="{BB962C8B-B14F-4D97-AF65-F5344CB8AC3E}">
        <p14:creationId xmlns:p14="http://schemas.microsoft.com/office/powerpoint/2010/main" val="93788018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itelseite weiß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62852806"/>
              </p:ext>
            </p:extLst>
          </p:nvPr>
        </p:nvGraphicFramePr>
        <p:xfrm>
          <a:off x="1957" y="1592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16" imgH="216" progId="TCLayout.ActiveDocument.1">
                  <p:embed/>
                </p:oleObj>
              </mc:Choice>
              <mc:Fallback>
                <p:oleObj name="think-cell Slide" r:id="rId3" imgW="216" imgH="216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7" y="1592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Slide Number Placeholder" hidden="1"/>
          <p:cNvSpPr>
            <a:spLocks noGrp="1"/>
          </p:cNvSpPr>
          <p:nvPr>
            <p:ph type="sldNum" sz="quarter" idx="11"/>
          </p:nvPr>
        </p:nvSpPr>
        <p:spPr>
          <a:xfrm>
            <a:off x="12273230" y="178630"/>
            <a:ext cx="49191" cy="3080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" b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  <a:sym typeface="+mn-lt"/>
              </a:defRPr>
            </a:lvl1pPr>
          </a:lstStyle>
          <a:p>
            <a:fld id="{01940DDA-0656-452C-A408-68789653BD9B}" type="slidenum">
              <a:rPr lang="de-DE" smtClean="0">
                <a:latin typeface="+mn-lt"/>
              </a:rPr>
              <a:pPr/>
              <a:t>‹Nr.›</a:t>
            </a:fld>
            <a:endParaRPr lang="de-DE">
              <a:latin typeface="+mn-lt"/>
            </a:endParaRPr>
          </a:p>
        </p:txBody>
      </p:sp>
      <p:sp>
        <p:nvSpPr>
          <p:cNvPr id="13" name="Footer Placeholder" hidden="1"/>
          <p:cNvSpPr>
            <a:spLocks noGrp="1"/>
          </p:cNvSpPr>
          <p:nvPr>
            <p:ph type="ftr" sz="quarter" idx="10"/>
          </p:nvPr>
        </p:nvSpPr>
        <p:spPr>
          <a:xfrm>
            <a:off x="12273234" y="228650"/>
            <a:ext cx="391133" cy="3077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lang="en-US" sz="200" b="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de-DE">
                <a:latin typeface="+mn-lt"/>
              </a:rPr>
              <a:t>Template ADAC new CD | 27.12.2017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 hasCustomPrompt="1"/>
          </p:nvPr>
        </p:nvSpPr>
        <p:spPr>
          <a:xfrm>
            <a:off x="562610" y="1743243"/>
            <a:ext cx="10770114" cy="601062"/>
          </a:xfrm>
        </p:spPr>
        <p:txBody>
          <a:bodyPr wrap="square" lIns="0" tIns="0" rIns="0" bIns="0" anchor="t" anchorCtr="0">
            <a:spAutoFit/>
          </a:bodyPr>
          <a:lstStyle>
            <a:lvl1pPr marL="1060236" indent="-1060236" algn="l">
              <a:tabLst/>
              <a:defRPr sz="4200" b="1">
                <a:latin typeface="+mj-lt"/>
                <a:sym typeface="+mn-lt"/>
              </a:defRPr>
            </a:lvl1pPr>
          </a:lstStyle>
          <a:p>
            <a:r>
              <a:rPr lang="de-DE"/>
              <a:t>1.	Kapitel</a:t>
            </a:r>
          </a:p>
        </p:txBody>
      </p:sp>
    </p:spTree>
    <p:extLst>
      <p:ext uri="{BB962C8B-B14F-4D97-AF65-F5344CB8AC3E}">
        <p14:creationId xmlns:p14="http://schemas.microsoft.com/office/powerpoint/2010/main" val="270940631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seite Hintergrundbild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87093187"/>
              </p:ext>
            </p:extLst>
          </p:nvPr>
        </p:nvGraphicFramePr>
        <p:xfrm>
          <a:off x="1957" y="1592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16" imgH="216" progId="TCLayout.ActiveDocument.1">
                  <p:embed/>
                </p:oleObj>
              </mc:Choice>
              <mc:Fallback>
                <p:oleObj name="think-cell Slide" r:id="rId4" imgW="216" imgH="216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7" y="1592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Slide Number Placeholder" hidden="1"/>
          <p:cNvSpPr>
            <a:spLocks noGrp="1"/>
          </p:cNvSpPr>
          <p:nvPr>
            <p:ph type="sldNum" sz="quarter" idx="11"/>
          </p:nvPr>
        </p:nvSpPr>
        <p:spPr>
          <a:xfrm>
            <a:off x="12273230" y="178630"/>
            <a:ext cx="49191" cy="3080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" b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  <a:sym typeface="+mn-lt"/>
              </a:defRPr>
            </a:lvl1pPr>
          </a:lstStyle>
          <a:p>
            <a:fld id="{01940DDA-0656-452C-A408-68789653BD9B}" type="slidenum">
              <a:rPr lang="de-DE" smtClean="0">
                <a:latin typeface="+mn-lt"/>
              </a:rPr>
              <a:pPr/>
              <a:t>‹Nr.›</a:t>
            </a:fld>
            <a:endParaRPr lang="de-DE">
              <a:latin typeface="+mn-lt"/>
            </a:endParaRPr>
          </a:p>
        </p:txBody>
      </p:sp>
      <p:sp>
        <p:nvSpPr>
          <p:cNvPr id="13" name="Footer Placeholder" hidden="1"/>
          <p:cNvSpPr>
            <a:spLocks noGrp="1"/>
          </p:cNvSpPr>
          <p:nvPr>
            <p:ph type="ftr" sz="quarter" idx="10"/>
          </p:nvPr>
        </p:nvSpPr>
        <p:spPr>
          <a:xfrm>
            <a:off x="12273234" y="228650"/>
            <a:ext cx="391133" cy="3077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lang="en-US" sz="200" b="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de-DE">
                <a:latin typeface="+mn-lt"/>
              </a:rPr>
              <a:t>Template ADAC </a:t>
            </a:r>
            <a:r>
              <a:rPr lang="de-DE" err="1">
                <a:latin typeface="+mn-lt"/>
              </a:rPr>
              <a:t>new</a:t>
            </a:r>
            <a:r>
              <a:rPr lang="de-DE">
                <a:latin typeface="+mn-lt"/>
              </a:rPr>
              <a:t> CD | 27.12.2017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 hasCustomPrompt="1"/>
          </p:nvPr>
        </p:nvSpPr>
        <p:spPr>
          <a:xfrm>
            <a:off x="562610" y="1743243"/>
            <a:ext cx="10770114" cy="601062"/>
          </a:xfrm>
        </p:spPr>
        <p:txBody>
          <a:bodyPr wrap="square" lIns="0" tIns="0" rIns="0" bIns="0" anchor="b" anchorCtr="0">
            <a:spAutoFit/>
          </a:bodyPr>
          <a:lstStyle>
            <a:lvl1pPr marL="1060236" indent="-1060236" algn="l">
              <a:tabLst/>
              <a:defRPr sz="4200" b="1">
                <a:latin typeface="+mj-lt"/>
                <a:sym typeface="+mn-lt"/>
              </a:defRPr>
            </a:lvl1pPr>
          </a:lstStyle>
          <a:p>
            <a:r>
              <a:rPr lang="de-DE"/>
              <a:t>1.	Kapitel</a:t>
            </a:r>
          </a:p>
        </p:txBody>
      </p:sp>
      <p:sp>
        <p:nvSpPr>
          <p:cNvPr id="9" name="Slide Number"/>
          <p:cNvSpPr txBox="1">
            <a:spLocks noChangeArrowheads="1"/>
          </p:cNvSpPr>
          <p:nvPr userDrawn="1"/>
        </p:nvSpPr>
        <p:spPr bwMode="auto">
          <a:xfrm>
            <a:off x="572862" y="6469177"/>
            <a:ext cx="246862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sz="900" b="0" smtClean="0"/>
            </a:lvl1pPr>
          </a:lstStyle>
          <a:p>
            <a:pPr marL="0" marR="0" lvl="0" indent="0" algn="l" defTabSz="914239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A7B471-74A3-4F5F-8955-6C99E2375CAC}" type="slidenum">
              <a:rPr kumimoji="0" lang="de-DE" sz="10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lt"/>
              </a:rPr>
              <a:pPr marL="0" marR="0" lvl="0" indent="0" algn="l" defTabSz="914239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sz="1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lt"/>
            </a:endParaRPr>
          </a:p>
        </p:txBody>
      </p:sp>
      <p:pic>
        <p:nvPicPr>
          <p:cNvPr id="15" name="Bild 11"/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532" t="11976" r="4077" b="13036"/>
          <a:stretch/>
        </p:blipFill>
        <p:spPr>
          <a:xfrm>
            <a:off x="1059224" y="6480665"/>
            <a:ext cx="284556" cy="99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16616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ckblatt gelb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42684131"/>
              </p:ext>
            </p:ext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59" imgH="360" progId="TCLayout.ActiveDocument.1">
                  <p:embed/>
                </p:oleObj>
              </mc:Choice>
              <mc:Fallback>
                <p:oleObj name="think-cell Slide" r:id="rId6" imgW="359" imgH="360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Slide Number Placeholder" hidden="1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12273230" y="178630"/>
            <a:ext cx="49191" cy="3080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" b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  <a:sym typeface="+mn-lt"/>
              </a:defRPr>
            </a:lvl1pPr>
          </a:lstStyle>
          <a:p>
            <a:fld id="{01940DDA-0656-452C-A408-68789653BD9B}" type="slidenum">
              <a:rPr lang="de-DE" smtClean="0">
                <a:latin typeface="+mn-lt"/>
              </a:rPr>
              <a:pPr/>
              <a:t>‹Nr.›</a:t>
            </a:fld>
            <a:endParaRPr lang="de-DE">
              <a:latin typeface="+mn-lt"/>
            </a:endParaRPr>
          </a:p>
        </p:txBody>
      </p:sp>
      <p:sp>
        <p:nvSpPr>
          <p:cNvPr id="15" name="Footer Placeholder" hidden="1"/>
          <p:cNvSpPr>
            <a:spLocks noGrp="1"/>
          </p:cNvSpPr>
          <p:nvPr>
            <p:ph type="ftr" sz="quarter" idx="10"/>
            <p:custDataLst>
              <p:tags r:id="rId3"/>
            </p:custDataLst>
          </p:nvPr>
        </p:nvSpPr>
        <p:spPr>
          <a:xfrm>
            <a:off x="12273234" y="228650"/>
            <a:ext cx="391133" cy="3077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lang="en-US" sz="200" b="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de-DE">
                <a:latin typeface="+mn-lt"/>
              </a:rPr>
              <a:t>Template ADAC new CD | 27.12.2017</a:t>
            </a:r>
          </a:p>
        </p:txBody>
      </p:sp>
      <p:sp>
        <p:nvSpPr>
          <p:cNvPr id="10" name="Type of document"/>
          <p:cNvSpPr>
            <a:spLocks noGrp="1"/>
          </p:cNvSpPr>
          <p:nvPr>
            <p:ph type="body" sz="quarter" idx="18" hasCustomPrompt="1"/>
          </p:nvPr>
        </p:nvSpPr>
        <p:spPr>
          <a:xfrm>
            <a:off x="530085" y="3857399"/>
            <a:ext cx="7867222" cy="581698"/>
          </a:xfrm>
        </p:spPr>
        <p:txBody>
          <a:bodyPr wrap="square" lIns="0" tIns="0" rIns="0" anchor="t" anchorCtr="0">
            <a:noAutofit/>
          </a:bodyPr>
          <a:lstStyle>
            <a:lvl1pPr>
              <a:lnSpc>
                <a:spcPct val="93000"/>
              </a:lnSpc>
              <a:spcBef>
                <a:spcPts val="0"/>
              </a:spcBef>
              <a:defRPr sz="3600" b="1">
                <a:latin typeface="+mn-lt"/>
                <a:sym typeface="+mn-lt"/>
              </a:defRPr>
            </a:lvl1pPr>
            <a:lvl2pPr>
              <a:lnSpc>
                <a:spcPct val="90000"/>
              </a:lnSpc>
              <a:spcBef>
                <a:spcPts val="0"/>
              </a:spcBef>
              <a:defRPr/>
            </a:lvl2pPr>
            <a:lvl3pPr>
              <a:lnSpc>
                <a:spcPct val="90000"/>
              </a:lnSpc>
              <a:spcBef>
                <a:spcPts val="0"/>
              </a:spcBef>
              <a:defRPr/>
            </a:lvl3pPr>
            <a:lvl4pPr>
              <a:lnSpc>
                <a:spcPct val="90000"/>
              </a:lnSpc>
              <a:spcBef>
                <a:spcPts val="0"/>
              </a:spcBef>
              <a:defRPr/>
            </a:lvl4pPr>
            <a:lvl5pPr>
              <a:lnSpc>
                <a:spcPct val="9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de-DE"/>
              <a:t>Hier steht eine </a:t>
            </a:r>
            <a:r>
              <a:rPr lang="de-DE" err="1"/>
              <a:t>Subline</a:t>
            </a:r>
            <a:endParaRPr lang="de-DE"/>
          </a:p>
        </p:txBody>
      </p:sp>
      <p:sp>
        <p:nvSpPr>
          <p:cNvPr id="4" name="Project name"/>
          <p:cNvSpPr>
            <a:spLocks noGrp="1"/>
          </p:cNvSpPr>
          <p:nvPr>
            <p:ph type="title" hasCustomPrompt="1"/>
          </p:nvPr>
        </p:nvSpPr>
        <p:spPr>
          <a:xfrm>
            <a:off x="510629" y="1711427"/>
            <a:ext cx="7867222" cy="2103140"/>
          </a:xfrm>
        </p:spPr>
        <p:txBody>
          <a:bodyPr wrap="square" lIns="0" rIns="0" bIns="0" anchor="t" anchorCtr="0">
            <a:spAutoFit/>
          </a:bodyPr>
          <a:lstStyle>
            <a:lvl1pPr algn="l" rtl="0" fontAlgn="auto">
              <a:lnSpc>
                <a:spcPts val="8198"/>
              </a:lnSpc>
              <a:spcBef>
                <a:spcPts val="0"/>
              </a:spcBef>
              <a:spcAft>
                <a:spcPts val="0"/>
              </a:spcAft>
              <a:defRPr lang="en-US" sz="7998" b="1" kern="1200" dirty="0">
                <a:solidFill>
                  <a:prstClr val="black"/>
                </a:solidFill>
                <a:latin typeface="Calibri" panose="020F0502020204030204"/>
                <a:ea typeface="Milo Slab Pro" charset="0"/>
                <a:cs typeface="Milo Slab Pro" charset="0"/>
              </a:defRPr>
            </a:lvl1pPr>
          </a:lstStyle>
          <a:p>
            <a:r>
              <a:rPr lang="de-DE"/>
              <a:t>Hier steht </a:t>
            </a:r>
            <a:br>
              <a:rPr lang="de-DE"/>
            </a:br>
            <a:r>
              <a:rPr lang="de-DE"/>
              <a:t>eine Headline</a:t>
            </a:r>
          </a:p>
        </p:txBody>
      </p:sp>
      <p:sp>
        <p:nvSpPr>
          <p:cNvPr id="11" name="Client name"/>
          <p:cNvSpPr>
            <a:spLocks noGrp="1"/>
          </p:cNvSpPr>
          <p:nvPr>
            <p:ph type="body" sz="quarter" idx="19" hasCustomPrompt="1"/>
          </p:nvPr>
        </p:nvSpPr>
        <p:spPr>
          <a:xfrm>
            <a:off x="561599" y="4592068"/>
            <a:ext cx="7867222" cy="215444"/>
          </a:xfrm>
        </p:spPr>
        <p:txBody>
          <a:bodyPr anchor="b" anchorCtr="0">
            <a:spAutoFit/>
          </a:bodyPr>
          <a:lstStyle>
            <a:lvl1pPr>
              <a:lnSpc>
                <a:spcPct val="100000"/>
              </a:lnSpc>
              <a:defRPr sz="1400" baseline="0">
                <a:latin typeface="+mn-lt"/>
                <a:sym typeface="+mn-lt"/>
              </a:defRPr>
            </a:lvl1pPr>
          </a:lstStyle>
          <a:p>
            <a:pPr lvl="0"/>
            <a:r>
              <a:rPr lang="de-DE"/>
              <a:t>Vorname Nachname, ADAC  |  5. Dezember 2017 </a:t>
            </a:r>
          </a:p>
        </p:txBody>
      </p:sp>
      <p:sp>
        <p:nvSpPr>
          <p:cNvPr id="22" name="Textfeld 8"/>
          <p:cNvSpPr txBox="1"/>
          <p:nvPr/>
        </p:nvSpPr>
        <p:spPr>
          <a:xfrm>
            <a:off x="561599" y="6474007"/>
            <a:ext cx="7251894" cy="1300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auto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 b="0">
                <a:solidFill>
                  <a:prstClr val="black"/>
                </a:solidFill>
                <a:latin typeface="Calibri" panose="020F0502020204030204"/>
              </a:rPr>
              <a:t>© </a:t>
            </a:r>
            <a:r>
              <a:rPr lang="de-DE" sz="1000" b="0">
                <a:solidFill>
                  <a:prstClr val="black"/>
                </a:solidFill>
                <a:latin typeface="Calibri" panose="020F0502020204030204"/>
                <a:ea typeface="MiloPro" charset="0"/>
                <a:cs typeface="MiloPro" charset="0"/>
              </a:rPr>
              <a:t>ADAC e. V.</a:t>
            </a:r>
            <a:endParaRPr lang="de-DE" sz="1000">
              <a:solidFill>
                <a:prstClr val="black"/>
              </a:solidFill>
              <a:latin typeface="Calibri" panose="020F0502020204030204"/>
              <a:ea typeface="Milo Pro" charset="0"/>
              <a:cs typeface="Milo Pro" charset="0"/>
            </a:endParaRPr>
          </a:p>
        </p:txBody>
      </p:sp>
      <p:pic>
        <p:nvPicPr>
          <p:cNvPr id="12" name="Bild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33197" y="272128"/>
            <a:ext cx="997104" cy="406713"/>
          </a:xfrm>
          <a:prstGeom prst="rect">
            <a:avLst/>
          </a:prstGeom>
        </p:spPr>
      </p:pic>
      <p:graphicFrame>
        <p:nvGraphicFramePr>
          <p:cNvPr id="13" name="Object 12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4192895421"/>
              </p:ext>
            </p:ext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59" imgH="360" progId="TCLayout.ActiveDocument.1">
                  <p:embed/>
                </p:oleObj>
              </mc:Choice>
              <mc:Fallback>
                <p:oleObj name="think-cell Slide" r:id="rId6" imgW="359" imgH="360" progId="TCLayout.ActiveDocument.1">
                  <p:embed/>
                  <p:pic>
                    <p:nvPicPr>
                      <p:cNvPr id="13" name="Object 12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feld 8"/>
          <p:cNvSpPr txBox="1"/>
          <p:nvPr userDrawn="1"/>
        </p:nvSpPr>
        <p:spPr>
          <a:xfrm>
            <a:off x="561599" y="6474007"/>
            <a:ext cx="7251894" cy="1300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auto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 b="0">
                <a:solidFill>
                  <a:prstClr val="black"/>
                </a:solidFill>
                <a:latin typeface="Calibri" panose="020F0502020204030204"/>
              </a:rPr>
              <a:t>© </a:t>
            </a:r>
            <a:r>
              <a:rPr lang="de-DE" sz="1000" b="0">
                <a:solidFill>
                  <a:prstClr val="black"/>
                </a:solidFill>
                <a:latin typeface="Calibri" panose="020F0502020204030204"/>
                <a:ea typeface="MiloPro" charset="0"/>
                <a:cs typeface="MiloPro" charset="0"/>
              </a:rPr>
              <a:t>ADAC e. V.</a:t>
            </a:r>
            <a:endParaRPr lang="de-DE" sz="1000">
              <a:solidFill>
                <a:prstClr val="black"/>
              </a:solidFill>
              <a:latin typeface="Calibri" panose="020F0502020204030204"/>
              <a:ea typeface="Milo Pro" charset="0"/>
              <a:cs typeface="Milo Pro" charset="0"/>
            </a:endParaRPr>
          </a:p>
        </p:txBody>
      </p:sp>
      <p:pic>
        <p:nvPicPr>
          <p:cNvPr id="17" name="Bild 11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33197" y="272128"/>
            <a:ext cx="997104" cy="40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02746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ckblatt mehr Tex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95599609"/>
              </p:ext>
            </p:ext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59" imgH="360" progId="TCLayout.ActiveDocument.1">
                  <p:embed/>
                </p:oleObj>
              </mc:Choice>
              <mc:Fallback>
                <p:oleObj name="think-cell Slide" r:id="rId6" imgW="359" imgH="360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Slide Number Placeholder" hidden="1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12273230" y="178630"/>
            <a:ext cx="49191" cy="3080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" b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  <a:sym typeface="+mn-lt"/>
              </a:defRPr>
            </a:lvl1pPr>
          </a:lstStyle>
          <a:p>
            <a:fld id="{01940DDA-0656-452C-A408-68789653BD9B}" type="slidenum">
              <a:rPr lang="de-DE" smtClean="0">
                <a:latin typeface="+mn-lt"/>
              </a:rPr>
              <a:pPr/>
              <a:t>‹Nr.›</a:t>
            </a:fld>
            <a:endParaRPr lang="de-DE">
              <a:latin typeface="+mn-lt"/>
            </a:endParaRPr>
          </a:p>
        </p:txBody>
      </p:sp>
      <p:sp>
        <p:nvSpPr>
          <p:cNvPr id="15" name="Footer Placeholder" hidden="1"/>
          <p:cNvSpPr>
            <a:spLocks noGrp="1"/>
          </p:cNvSpPr>
          <p:nvPr>
            <p:ph type="ftr" sz="quarter" idx="10"/>
            <p:custDataLst>
              <p:tags r:id="rId3"/>
            </p:custDataLst>
          </p:nvPr>
        </p:nvSpPr>
        <p:spPr>
          <a:xfrm>
            <a:off x="12273234" y="228650"/>
            <a:ext cx="391133" cy="3077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lang="en-US" sz="200" b="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de-DE">
                <a:latin typeface="+mn-lt"/>
              </a:rPr>
              <a:t>Template ADAC new CD | 27.12.2017</a:t>
            </a:r>
          </a:p>
        </p:txBody>
      </p:sp>
      <p:sp>
        <p:nvSpPr>
          <p:cNvPr id="10" name="Type of document"/>
          <p:cNvSpPr>
            <a:spLocks noGrp="1"/>
          </p:cNvSpPr>
          <p:nvPr>
            <p:ph type="body" sz="quarter" idx="18" hasCustomPrompt="1"/>
          </p:nvPr>
        </p:nvSpPr>
        <p:spPr>
          <a:xfrm>
            <a:off x="530085" y="3857399"/>
            <a:ext cx="7867222" cy="581698"/>
          </a:xfrm>
        </p:spPr>
        <p:txBody>
          <a:bodyPr wrap="square" lIns="0" tIns="0" rIns="0" anchor="t" anchorCtr="0">
            <a:noAutofit/>
          </a:bodyPr>
          <a:lstStyle>
            <a:lvl1pPr>
              <a:lnSpc>
                <a:spcPct val="93000"/>
              </a:lnSpc>
              <a:spcBef>
                <a:spcPts val="0"/>
              </a:spcBef>
              <a:defRPr sz="2400" b="1">
                <a:latin typeface="+mn-lt"/>
                <a:sym typeface="+mn-lt"/>
              </a:defRPr>
            </a:lvl1pPr>
            <a:lvl2pPr>
              <a:lnSpc>
                <a:spcPct val="90000"/>
              </a:lnSpc>
              <a:spcBef>
                <a:spcPts val="0"/>
              </a:spcBef>
              <a:defRPr/>
            </a:lvl2pPr>
            <a:lvl3pPr>
              <a:lnSpc>
                <a:spcPct val="90000"/>
              </a:lnSpc>
              <a:spcBef>
                <a:spcPts val="0"/>
              </a:spcBef>
              <a:defRPr/>
            </a:lvl3pPr>
            <a:lvl4pPr>
              <a:lnSpc>
                <a:spcPct val="90000"/>
              </a:lnSpc>
              <a:spcBef>
                <a:spcPts val="0"/>
              </a:spcBef>
              <a:defRPr/>
            </a:lvl4pPr>
            <a:lvl5pPr>
              <a:lnSpc>
                <a:spcPct val="9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de-DE"/>
              <a:t>Hier steht eine </a:t>
            </a:r>
            <a:r>
              <a:rPr lang="de-DE" err="1"/>
              <a:t>Subline</a:t>
            </a:r>
            <a:endParaRPr lang="de-DE"/>
          </a:p>
        </p:txBody>
      </p:sp>
      <p:sp>
        <p:nvSpPr>
          <p:cNvPr id="4" name="Project name"/>
          <p:cNvSpPr>
            <a:spLocks noGrp="1"/>
          </p:cNvSpPr>
          <p:nvPr>
            <p:ph type="title" hasCustomPrompt="1"/>
          </p:nvPr>
        </p:nvSpPr>
        <p:spPr>
          <a:xfrm>
            <a:off x="510629" y="2190904"/>
            <a:ext cx="10370972" cy="1231106"/>
          </a:xfrm>
        </p:spPr>
        <p:txBody>
          <a:bodyPr wrap="square" lIns="0" rIns="0" bIns="0" anchor="t" anchorCtr="0">
            <a:spAutoFit/>
          </a:bodyPr>
          <a:lstStyle>
            <a:lvl1pPr algn="l" rtl="0" fontAlgn="auto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lang="en-US" sz="4200" b="1" kern="1200" dirty="0">
                <a:solidFill>
                  <a:prstClr val="black"/>
                </a:solidFill>
                <a:latin typeface="Calibri" panose="020F0502020204030204"/>
                <a:ea typeface="Milo Slab Pro" charset="0"/>
                <a:cs typeface="Milo Slab Pro" charset="0"/>
              </a:defRPr>
            </a:lvl1pPr>
          </a:lstStyle>
          <a:p>
            <a:r>
              <a:rPr lang="de-DE"/>
              <a:t>Hier steht </a:t>
            </a:r>
            <a:br>
              <a:rPr lang="de-DE"/>
            </a:br>
            <a:r>
              <a:rPr lang="de-DE"/>
              <a:t>eine Headline</a:t>
            </a:r>
          </a:p>
        </p:txBody>
      </p:sp>
      <p:sp>
        <p:nvSpPr>
          <p:cNvPr id="11" name="Client name"/>
          <p:cNvSpPr>
            <a:spLocks noGrp="1"/>
          </p:cNvSpPr>
          <p:nvPr>
            <p:ph type="body" sz="quarter" idx="19" hasCustomPrompt="1"/>
          </p:nvPr>
        </p:nvSpPr>
        <p:spPr>
          <a:xfrm>
            <a:off x="561599" y="4592068"/>
            <a:ext cx="7867222" cy="215444"/>
          </a:xfrm>
        </p:spPr>
        <p:txBody>
          <a:bodyPr anchor="b" anchorCtr="0">
            <a:spAutoFit/>
          </a:bodyPr>
          <a:lstStyle>
            <a:lvl1pPr>
              <a:lnSpc>
                <a:spcPct val="100000"/>
              </a:lnSpc>
              <a:defRPr sz="1400" baseline="0">
                <a:latin typeface="+mn-lt"/>
                <a:sym typeface="+mn-lt"/>
              </a:defRPr>
            </a:lvl1pPr>
          </a:lstStyle>
          <a:p>
            <a:pPr lvl="0"/>
            <a:r>
              <a:rPr lang="de-DE"/>
              <a:t>Vorname Nachname, ADAC  |  5. Dezember 2017 </a:t>
            </a:r>
          </a:p>
        </p:txBody>
      </p:sp>
      <p:sp>
        <p:nvSpPr>
          <p:cNvPr id="22" name="Textfeld 8"/>
          <p:cNvSpPr txBox="1"/>
          <p:nvPr/>
        </p:nvSpPr>
        <p:spPr>
          <a:xfrm>
            <a:off x="561599" y="6474007"/>
            <a:ext cx="7251894" cy="1300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auto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 b="0">
                <a:solidFill>
                  <a:prstClr val="black"/>
                </a:solidFill>
                <a:latin typeface="Calibri" panose="020F0502020204030204"/>
              </a:rPr>
              <a:t>© </a:t>
            </a:r>
            <a:r>
              <a:rPr lang="de-DE" sz="1000" b="0">
                <a:solidFill>
                  <a:prstClr val="black"/>
                </a:solidFill>
                <a:latin typeface="Calibri" panose="020F0502020204030204"/>
                <a:ea typeface="MiloPro" charset="0"/>
                <a:cs typeface="MiloPro" charset="0"/>
              </a:rPr>
              <a:t>ADAC e. V.</a:t>
            </a:r>
            <a:endParaRPr lang="de-DE" sz="1000">
              <a:solidFill>
                <a:prstClr val="black"/>
              </a:solidFill>
              <a:latin typeface="Calibri" panose="020F0502020204030204"/>
              <a:ea typeface="Milo Pro" charset="0"/>
              <a:cs typeface="Milo Pro" charset="0"/>
            </a:endParaRPr>
          </a:p>
        </p:txBody>
      </p:sp>
      <p:pic>
        <p:nvPicPr>
          <p:cNvPr id="13" name="Bild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33197" y="272128"/>
            <a:ext cx="997104" cy="406713"/>
          </a:xfrm>
          <a:prstGeom prst="rect">
            <a:avLst/>
          </a:prstGeom>
        </p:spPr>
      </p:pic>
      <p:graphicFrame>
        <p:nvGraphicFramePr>
          <p:cNvPr id="12" name="Object 1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432049158"/>
              </p:ext>
            </p:ext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59" imgH="360" progId="TCLayout.ActiveDocument.1">
                  <p:embed/>
                </p:oleObj>
              </mc:Choice>
              <mc:Fallback>
                <p:oleObj name="think-cell Slide" r:id="rId6" imgW="359" imgH="360" progId="TCLayout.ActiveDocument.1">
                  <p:embed/>
                  <p:pic>
                    <p:nvPicPr>
                      <p:cNvPr id="12" name="Object 11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feld 8"/>
          <p:cNvSpPr txBox="1"/>
          <p:nvPr userDrawn="1"/>
        </p:nvSpPr>
        <p:spPr>
          <a:xfrm>
            <a:off x="561599" y="6474007"/>
            <a:ext cx="7251894" cy="1300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auto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 b="0">
                <a:solidFill>
                  <a:prstClr val="black"/>
                </a:solidFill>
                <a:latin typeface="Calibri" panose="020F0502020204030204"/>
              </a:rPr>
              <a:t>© </a:t>
            </a:r>
            <a:r>
              <a:rPr lang="de-DE" sz="1000" b="0">
                <a:solidFill>
                  <a:prstClr val="black"/>
                </a:solidFill>
                <a:latin typeface="Calibri" panose="020F0502020204030204"/>
                <a:ea typeface="MiloPro" charset="0"/>
                <a:cs typeface="MiloPro" charset="0"/>
              </a:rPr>
              <a:t>ADAC e. V.</a:t>
            </a:r>
            <a:endParaRPr lang="de-DE" sz="1000">
              <a:solidFill>
                <a:prstClr val="black"/>
              </a:solidFill>
              <a:latin typeface="Calibri" panose="020F0502020204030204"/>
              <a:ea typeface="Milo Pro" charset="0"/>
              <a:cs typeface="Milo Pro" charset="0"/>
            </a:endParaRPr>
          </a:p>
        </p:txBody>
      </p:sp>
      <p:pic>
        <p:nvPicPr>
          <p:cNvPr id="17" name="Bild 11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33197" y="272128"/>
            <a:ext cx="997104" cy="40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13890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ckblatt Hintergrundbi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63534984"/>
              </p:ext>
            </p:ext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59" imgH="360" progId="TCLayout.ActiveDocument.1">
                  <p:embed/>
                </p:oleObj>
              </mc:Choice>
              <mc:Fallback>
                <p:oleObj name="think-cell Slide" r:id="rId5" imgW="359" imgH="360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Bild 6"/>
          <p:cNvPicPr>
            <a:picLocks noChangeAspect="1"/>
          </p:cNvPicPr>
          <p:nvPr userDrawn="1"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pic>
        <p:nvPicPr>
          <p:cNvPr id="31" name="Bild 38"/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81601" y="280800"/>
            <a:ext cx="936000" cy="936000"/>
          </a:xfrm>
          <a:prstGeom prst="rect">
            <a:avLst/>
          </a:prstGeom>
        </p:spPr>
      </p:pic>
      <p:sp>
        <p:nvSpPr>
          <p:cNvPr id="14" name="Slide Number Placeholder" hidden="1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12273230" y="178630"/>
            <a:ext cx="49191" cy="3080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" b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  <a:sym typeface="+mn-lt"/>
              </a:defRPr>
            </a:lvl1pPr>
          </a:lstStyle>
          <a:p>
            <a:fld id="{01940DDA-0656-452C-A408-68789653BD9B}" type="slidenum">
              <a:rPr lang="de-DE" smtClean="0">
                <a:latin typeface="+mn-lt"/>
              </a:rPr>
              <a:pPr/>
              <a:t>‹Nr.›</a:t>
            </a:fld>
            <a:endParaRPr lang="de-DE">
              <a:latin typeface="+mn-lt"/>
            </a:endParaRPr>
          </a:p>
        </p:txBody>
      </p:sp>
      <p:sp>
        <p:nvSpPr>
          <p:cNvPr id="15" name="Footer Placeholder" hidden="1"/>
          <p:cNvSpPr>
            <a:spLocks noGrp="1"/>
          </p:cNvSpPr>
          <p:nvPr>
            <p:ph type="ftr" sz="quarter" idx="10"/>
            <p:custDataLst>
              <p:tags r:id="rId3"/>
            </p:custDataLst>
          </p:nvPr>
        </p:nvSpPr>
        <p:spPr>
          <a:xfrm>
            <a:off x="12273234" y="228650"/>
            <a:ext cx="391133" cy="3077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lang="en-US" sz="200" b="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de-DE">
                <a:latin typeface="+mn-lt"/>
              </a:rPr>
              <a:t>Template ADAC </a:t>
            </a:r>
            <a:r>
              <a:rPr lang="de-DE" err="1">
                <a:latin typeface="+mn-lt"/>
              </a:rPr>
              <a:t>new</a:t>
            </a:r>
            <a:r>
              <a:rPr lang="de-DE">
                <a:latin typeface="+mn-lt"/>
              </a:rPr>
              <a:t> CD | 27.12.2017</a:t>
            </a:r>
          </a:p>
        </p:txBody>
      </p:sp>
      <p:sp>
        <p:nvSpPr>
          <p:cNvPr id="10" name="Type of document"/>
          <p:cNvSpPr>
            <a:spLocks noGrp="1"/>
          </p:cNvSpPr>
          <p:nvPr>
            <p:ph type="body" sz="quarter" idx="18" hasCustomPrompt="1"/>
          </p:nvPr>
        </p:nvSpPr>
        <p:spPr>
          <a:xfrm>
            <a:off x="530085" y="3857399"/>
            <a:ext cx="6709322" cy="581698"/>
          </a:xfrm>
        </p:spPr>
        <p:txBody>
          <a:bodyPr wrap="square" lIns="0" tIns="0" rIns="0" anchor="t" anchorCtr="0">
            <a:noAutofit/>
          </a:bodyPr>
          <a:lstStyle>
            <a:lvl1pPr>
              <a:lnSpc>
                <a:spcPct val="93000"/>
              </a:lnSpc>
              <a:spcBef>
                <a:spcPts val="0"/>
              </a:spcBef>
              <a:defRPr sz="3600" b="1">
                <a:latin typeface="+mn-lt"/>
                <a:sym typeface="+mn-lt"/>
              </a:defRPr>
            </a:lvl1pPr>
            <a:lvl2pPr>
              <a:lnSpc>
                <a:spcPct val="90000"/>
              </a:lnSpc>
              <a:spcBef>
                <a:spcPts val="0"/>
              </a:spcBef>
              <a:defRPr/>
            </a:lvl2pPr>
            <a:lvl3pPr>
              <a:lnSpc>
                <a:spcPct val="90000"/>
              </a:lnSpc>
              <a:spcBef>
                <a:spcPts val="0"/>
              </a:spcBef>
              <a:defRPr/>
            </a:lvl3pPr>
            <a:lvl4pPr>
              <a:lnSpc>
                <a:spcPct val="90000"/>
              </a:lnSpc>
              <a:spcBef>
                <a:spcPts val="0"/>
              </a:spcBef>
              <a:defRPr/>
            </a:lvl4pPr>
            <a:lvl5pPr>
              <a:lnSpc>
                <a:spcPct val="9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de-DE"/>
              <a:t>Hier steht eine </a:t>
            </a:r>
            <a:r>
              <a:rPr lang="de-DE" err="1"/>
              <a:t>Subline</a:t>
            </a:r>
            <a:endParaRPr lang="de-DE"/>
          </a:p>
        </p:txBody>
      </p:sp>
      <p:sp>
        <p:nvSpPr>
          <p:cNvPr id="4" name="Project name"/>
          <p:cNvSpPr>
            <a:spLocks noGrp="1"/>
          </p:cNvSpPr>
          <p:nvPr>
            <p:ph type="title" hasCustomPrompt="1"/>
          </p:nvPr>
        </p:nvSpPr>
        <p:spPr>
          <a:xfrm>
            <a:off x="510628" y="1711427"/>
            <a:ext cx="7185572" cy="2103140"/>
          </a:xfrm>
        </p:spPr>
        <p:txBody>
          <a:bodyPr wrap="square" lIns="0" rIns="0" bIns="0" anchor="t" anchorCtr="0">
            <a:spAutoFit/>
          </a:bodyPr>
          <a:lstStyle>
            <a:lvl1pPr algn="l" rtl="0" fontAlgn="auto">
              <a:lnSpc>
                <a:spcPts val="8198"/>
              </a:lnSpc>
              <a:spcBef>
                <a:spcPts val="0"/>
              </a:spcBef>
              <a:spcAft>
                <a:spcPts val="0"/>
              </a:spcAft>
              <a:defRPr lang="en-US" sz="7998" b="1" kern="1200" dirty="0">
                <a:solidFill>
                  <a:prstClr val="black"/>
                </a:solidFill>
                <a:latin typeface="Calibri" panose="020F0502020204030204"/>
                <a:ea typeface="Milo Slab Pro" charset="0"/>
                <a:cs typeface="Milo Slab Pro" charset="0"/>
              </a:defRPr>
            </a:lvl1pPr>
          </a:lstStyle>
          <a:p>
            <a:r>
              <a:rPr lang="de-DE"/>
              <a:t>Hier steht </a:t>
            </a:r>
            <a:br>
              <a:rPr lang="de-DE"/>
            </a:br>
            <a:r>
              <a:rPr lang="de-DE"/>
              <a:t>eine Headline</a:t>
            </a:r>
          </a:p>
        </p:txBody>
      </p:sp>
      <p:sp>
        <p:nvSpPr>
          <p:cNvPr id="11" name="Client name"/>
          <p:cNvSpPr>
            <a:spLocks noGrp="1"/>
          </p:cNvSpPr>
          <p:nvPr>
            <p:ph type="body" sz="quarter" idx="19" hasCustomPrompt="1"/>
          </p:nvPr>
        </p:nvSpPr>
        <p:spPr>
          <a:xfrm>
            <a:off x="561599" y="4592068"/>
            <a:ext cx="6709322" cy="215444"/>
          </a:xfrm>
        </p:spPr>
        <p:txBody>
          <a:bodyPr wrap="square" anchor="b" anchorCtr="0">
            <a:spAutoFit/>
          </a:bodyPr>
          <a:lstStyle>
            <a:lvl1pPr>
              <a:lnSpc>
                <a:spcPct val="100000"/>
              </a:lnSpc>
              <a:defRPr sz="1400" baseline="0">
                <a:latin typeface="+mn-lt"/>
                <a:sym typeface="+mn-lt"/>
              </a:defRPr>
            </a:lvl1pPr>
          </a:lstStyle>
          <a:p>
            <a:pPr lvl="0"/>
            <a:r>
              <a:rPr lang="de-DE"/>
              <a:t>Vorname Nachname, ADAC  |  5. Dezember 2017 </a:t>
            </a:r>
          </a:p>
        </p:txBody>
      </p:sp>
      <p:sp>
        <p:nvSpPr>
          <p:cNvPr id="22" name="Textfeld 8"/>
          <p:cNvSpPr txBox="1"/>
          <p:nvPr userDrawn="1"/>
        </p:nvSpPr>
        <p:spPr>
          <a:xfrm>
            <a:off x="561599" y="6474007"/>
            <a:ext cx="7251894" cy="1300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auto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 b="0">
                <a:solidFill>
                  <a:prstClr val="black"/>
                </a:solidFill>
                <a:latin typeface="Calibri" panose="020F0502020204030204"/>
              </a:rPr>
              <a:t>© </a:t>
            </a:r>
            <a:r>
              <a:rPr lang="de-DE" sz="1000" b="0">
                <a:solidFill>
                  <a:prstClr val="black"/>
                </a:solidFill>
                <a:latin typeface="Calibri" panose="020F0502020204030204"/>
                <a:ea typeface="MiloPro" charset="0"/>
                <a:cs typeface="MiloPro" charset="0"/>
              </a:rPr>
              <a:t>ADAC e. V.</a:t>
            </a:r>
            <a:endParaRPr lang="de-DE" sz="1000">
              <a:solidFill>
                <a:prstClr val="black"/>
              </a:solidFill>
              <a:latin typeface="Calibri" panose="020F0502020204030204"/>
              <a:ea typeface="Milo Pro" charset="0"/>
              <a:cs typeface="Milo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93534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68325" y="1924050"/>
            <a:ext cx="4298950" cy="257591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5076826" y="1924051"/>
            <a:ext cx="6557963" cy="150429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46441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Kapitelseite Hintergrundbild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85380399"/>
              </p:ext>
            </p:extLst>
          </p:nvPr>
        </p:nvGraphicFramePr>
        <p:xfrm>
          <a:off x="1957" y="1592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16" imgH="216" progId="TCLayout.ActiveDocument.1">
                  <p:embed/>
                </p:oleObj>
              </mc:Choice>
              <mc:Fallback>
                <p:oleObj name="think-cell Slide" r:id="rId4" imgW="216" imgH="216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7" y="1592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Slide Number Placeholder" hidden="1"/>
          <p:cNvSpPr>
            <a:spLocks noGrp="1"/>
          </p:cNvSpPr>
          <p:nvPr>
            <p:ph type="sldNum" sz="quarter" idx="11"/>
          </p:nvPr>
        </p:nvSpPr>
        <p:spPr>
          <a:xfrm>
            <a:off x="12273230" y="178630"/>
            <a:ext cx="49191" cy="3080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" b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  <a:sym typeface="+mn-lt"/>
              </a:defRPr>
            </a:lvl1pPr>
          </a:lstStyle>
          <a:p>
            <a:fld id="{01940DDA-0656-452C-A408-68789653BD9B}" type="slidenum">
              <a:rPr lang="de-DE" smtClean="0">
                <a:latin typeface="+mn-lt"/>
              </a:rPr>
              <a:pPr/>
              <a:t>‹Nr.›</a:t>
            </a:fld>
            <a:endParaRPr lang="de-DE">
              <a:latin typeface="+mn-lt"/>
            </a:endParaRPr>
          </a:p>
        </p:txBody>
      </p:sp>
      <p:sp>
        <p:nvSpPr>
          <p:cNvPr id="13" name="Footer Placeholder" hidden="1"/>
          <p:cNvSpPr>
            <a:spLocks noGrp="1"/>
          </p:cNvSpPr>
          <p:nvPr>
            <p:ph type="ftr" sz="quarter" idx="10"/>
          </p:nvPr>
        </p:nvSpPr>
        <p:spPr>
          <a:xfrm>
            <a:off x="12273234" y="228650"/>
            <a:ext cx="391133" cy="3077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lang="en-US" sz="200" b="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de-DE">
                <a:latin typeface="+mn-lt"/>
              </a:rPr>
              <a:t>Template ADAC </a:t>
            </a:r>
            <a:r>
              <a:rPr lang="de-DE" err="1">
                <a:latin typeface="+mn-lt"/>
              </a:rPr>
              <a:t>new</a:t>
            </a:r>
            <a:r>
              <a:rPr lang="de-DE">
                <a:latin typeface="+mn-lt"/>
              </a:rPr>
              <a:t> CD | 27.12.2017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 hasCustomPrompt="1"/>
          </p:nvPr>
        </p:nvSpPr>
        <p:spPr>
          <a:xfrm>
            <a:off x="562610" y="1743243"/>
            <a:ext cx="10770114" cy="601062"/>
          </a:xfrm>
        </p:spPr>
        <p:txBody>
          <a:bodyPr wrap="square" lIns="0" tIns="0" rIns="0" bIns="0" anchor="b" anchorCtr="0">
            <a:spAutoFit/>
          </a:bodyPr>
          <a:lstStyle>
            <a:lvl1pPr marL="1060236" indent="-1060236" algn="l">
              <a:tabLst/>
              <a:defRPr sz="4200" b="1">
                <a:latin typeface="+mj-lt"/>
                <a:sym typeface="+mn-lt"/>
              </a:defRPr>
            </a:lvl1pPr>
          </a:lstStyle>
          <a:p>
            <a:r>
              <a:rPr lang="de-DE"/>
              <a:t>1.	Kapitel</a:t>
            </a:r>
          </a:p>
        </p:txBody>
      </p:sp>
      <p:sp>
        <p:nvSpPr>
          <p:cNvPr id="9" name="Slide Number"/>
          <p:cNvSpPr txBox="1">
            <a:spLocks noChangeArrowheads="1"/>
          </p:cNvSpPr>
          <p:nvPr userDrawn="1"/>
        </p:nvSpPr>
        <p:spPr bwMode="auto">
          <a:xfrm>
            <a:off x="572862" y="6469177"/>
            <a:ext cx="246862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sz="900" b="0" smtClean="0"/>
            </a:lvl1pPr>
          </a:lstStyle>
          <a:p>
            <a:pPr marL="0" marR="0" lvl="0" indent="0" algn="l" defTabSz="914239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A7B471-74A3-4F5F-8955-6C99E2375CAC}" type="slidenum">
              <a:rPr kumimoji="0" lang="de-DE" sz="10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lt"/>
              </a:rPr>
              <a:pPr marL="0" marR="0" lvl="0" indent="0" algn="l" defTabSz="914239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sz="1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lt"/>
            </a:endParaRPr>
          </a:p>
        </p:txBody>
      </p:sp>
      <p:pic>
        <p:nvPicPr>
          <p:cNvPr id="15" name="Bild 11"/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532" t="11976" r="4077" b="13036"/>
          <a:stretch/>
        </p:blipFill>
        <p:spPr>
          <a:xfrm>
            <a:off x="1059224" y="6480665"/>
            <a:ext cx="284556" cy="99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0405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eckblatt Hintergrundbi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10316711"/>
              </p:ext>
            </p:ext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59" imgH="360" progId="TCLayout.ActiveDocument.1">
                  <p:embed/>
                </p:oleObj>
              </mc:Choice>
              <mc:Fallback>
                <p:oleObj name="think-cell Slide" r:id="rId5" imgW="359" imgH="360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Bild 6"/>
          <p:cNvPicPr>
            <a:picLocks noChangeAspect="1"/>
          </p:cNvPicPr>
          <p:nvPr userDrawn="1"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pic>
        <p:nvPicPr>
          <p:cNvPr id="31" name="Bild 38"/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81601" y="280800"/>
            <a:ext cx="936000" cy="936000"/>
          </a:xfrm>
          <a:prstGeom prst="rect">
            <a:avLst/>
          </a:prstGeom>
        </p:spPr>
      </p:pic>
      <p:sp>
        <p:nvSpPr>
          <p:cNvPr id="14" name="Slide Number Placeholder" hidden="1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12273230" y="178630"/>
            <a:ext cx="49191" cy="3080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" b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  <a:sym typeface="+mn-lt"/>
              </a:defRPr>
            </a:lvl1pPr>
          </a:lstStyle>
          <a:p>
            <a:fld id="{01940DDA-0656-452C-A408-68789653BD9B}" type="slidenum">
              <a:rPr lang="de-DE" smtClean="0">
                <a:latin typeface="+mn-lt"/>
              </a:rPr>
              <a:pPr/>
              <a:t>‹Nr.›</a:t>
            </a:fld>
            <a:endParaRPr lang="de-DE">
              <a:latin typeface="+mn-lt"/>
            </a:endParaRPr>
          </a:p>
        </p:txBody>
      </p:sp>
      <p:sp>
        <p:nvSpPr>
          <p:cNvPr id="15" name="Footer Placeholder" hidden="1"/>
          <p:cNvSpPr>
            <a:spLocks noGrp="1"/>
          </p:cNvSpPr>
          <p:nvPr>
            <p:ph type="ftr" sz="quarter" idx="10"/>
            <p:custDataLst>
              <p:tags r:id="rId3"/>
            </p:custDataLst>
          </p:nvPr>
        </p:nvSpPr>
        <p:spPr>
          <a:xfrm>
            <a:off x="12273234" y="228650"/>
            <a:ext cx="391133" cy="3077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lang="en-US" sz="200" b="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de-DE">
                <a:latin typeface="+mn-lt"/>
              </a:rPr>
              <a:t>Template ADAC </a:t>
            </a:r>
            <a:r>
              <a:rPr lang="de-DE" err="1">
                <a:latin typeface="+mn-lt"/>
              </a:rPr>
              <a:t>new</a:t>
            </a:r>
            <a:r>
              <a:rPr lang="de-DE">
                <a:latin typeface="+mn-lt"/>
              </a:rPr>
              <a:t> CD | 27.12.2017</a:t>
            </a:r>
          </a:p>
        </p:txBody>
      </p:sp>
      <p:sp>
        <p:nvSpPr>
          <p:cNvPr id="10" name="Type of document"/>
          <p:cNvSpPr>
            <a:spLocks noGrp="1"/>
          </p:cNvSpPr>
          <p:nvPr>
            <p:ph type="body" sz="quarter" idx="18" hasCustomPrompt="1"/>
          </p:nvPr>
        </p:nvSpPr>
        <p:spPr>
          <a:xfrm>
            <a:off x="530085" y="3857399"/>
            <a:ext cx="6709322" cy="581698"/>
          </a:xfrm>
        </p:spPr>
        <p:txBody>
          <a:bodyPr wrap="square" lIns="0" tIns="0" rIns="0" anchor="t" anchorCtr="0">
            <a:noAutofit/>
          </a:bodyPr>
          <a:lstStyle>
            <a:lvl1pPr>
              <a:lnSpc>
                <a:spcPct val="93000"/>
              </a:lnSpc>
              <a:spcBef>
                <a:spcPts val="0"/>
              </a:spcBef>
              <a:defRPr sz="3600" b="1">
                <a:latin typeface="+mn-lt"/>
                <a:sym typeface="+mn-lt"/>
              </a:defRPr>
            </a:lvl1pPr>
            <a:lvl2pPr>
              <a:lnSpc>
                <a:spcPct val="90000"/>
              </a:lnSpc>
              <a:spcBef>
                <a:spcPts val="0"/>
              </a:spcBef>
              <a:defRPr/>
            </a:lvl2pPr>
            <a:lvl3pPr>
              <a:lnSpc>
                <a:spcPct val="90000"/>
              </a:lnSpc>
              <a:spcBef>
                <a:spcPts val="0"/>
              </a:spcBef>
              <a:defRPr/>
            </a:lvl3pPr>
            <a:lvl4pPr>
              <a:lnSpc>
                <a:spcPct val="90000"/>
              </a:lnSpc>
              <a:spcBef>
                <a:spcPts val="0"/>
              </a:spcBef>
              <a:defRPr/>
            </a:lvl4pPr>
            <a:lvl5pPr>
              <a:lnSpc>
                <a:spcPct val="9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de-DE"/>
              <a:t>Hier steht eine </a:t>
            </a:r>
            <a:r>
              <a:rPr lang="de-DE" err="1"/>
              <a:t>Subline</a:t>
            </a:r>
            <a:endParaRPr lang="de-DE"/>
          </a:p>
        </p:txBody>
      </p:sp>
      <p:sp>
        <p:nvSpPr>
          <p:cNvPr id="4" name="Project name"/>
          <p:cNvSpPr>
            <a:spLocks noGrp="1"/>
          </p:cNvSpPr>
          <p:nvPr>
            <p:ph type="title" hasCustomPrompt="1"/>
          </p:nvPr>
        </p:nvSpPr>
        <p:spPr>
          <a:xfrm>
            <a:off x="510628" y="1711427"/>
            <a:ext cx="7185572" cy="2103140"/>
          </a:xfrm>
        </p:spPr>
        <p:txBody>
          <a:bodyPr wrap="square" lIns="0" rIns="0" bIns="0" anchor="t" anchorCtr="0">
            <a:spAutoFit/>
          </a:bodyPr>
          <a:lstStyle>
            <a:lvl1pPr algn="l" rtl="0" fontAlgn="auto">
              <a:lnSpc>
                <a:spcPts val="8198"/>
              </a:lnSpc>
              <a:spcBef>
                <a:spcPts val="0"/>
              </a:spcBef>
              <a:spcAft>
                <a:spcPts val="0"/>
              </a:spcAft>
              <a:defRPr lang="en-US" sz="7998" b="1" kern="1200" dirty="0">
                <a:solidFill>
                  <a:prstClr val="black"/>
                </a:solidFill>
                <a:latin typeface="Calibri" panose="020F0502020204030204"/>
                <a:ea typeface="Milo Slab Pro" charset="0"/>
                <a:cs typeface="Milo Slab Pro" charset="0"/>
              </a:defRPr>
            </a:lvl1pPr>
          </a:lstStyle>
          <a:p>
            <a:r>
              <a:rPr lang="de-DE"/>
              <a:t>Hier steht </a:t>
            </a:r>
            <a:br>
              <a:rPr lang="de-DE"/>
            </a:br>
            <a:r>
              <a:rPr lang="de-DE"/>
              <a:t>eine Headline</a:t>
            </a:r>
          </a:p>
        </p:txBody>
      </p:sp>
      <p:sp>
        <p:nvSpPr>
          <p:cNvPr id="11" name="Client name"/>
          <p:cNvSpPr>
            <a:spLocks noGrp="1"/>
          </p:cNvSpPr>
          <p:nvPr>
            <p:ph type="body" sz="quarter" idx="19" hasCustomPrompt="1"/>
          </p:nvPr>
        </p:nvSpPr>
        <p:spPr>
          <a:xfrm>
            <a:off x="561599" y="4592068"/>
            <a:ext cx="6709322" cy="215444"/>
          </a:xfrm>
        </p:spPr>
        <p:txBody>
          <a:bodyPr wrap="square" anchor="b" anchorCtr="0">
            <a:spAutoFit/>
          </a:bodyPr>
          <a:lstStyle>
            <a:lvl1pPr>
              <a:lnSpc>
                <a:spcPct val="100000"/>
              </a:lnSpc>
              <a:defRPr sz="1400" baseline="0">
                <a:latin typeface="+mn-lt"/>
                <a:sym typeface="+mn-lt"/>
              </a:defRPr>
            </a:lvl1pPr>
          </a:lstStyle>
          <a:p>
            <a:pPr lvl="0"/>
            <a:r>
              <a:rPr lang="de-DE"/>
              <a:t>Vorname Nachname, ADAC  |  5. Dezember 2017 </a:t>
            </a:r>
          </a:p>
        </p:txBody>
      </p:sp>
      <p:sp>
        <p:nvSpPr>
          <p:cNvPr id="22" name="Textfeld 8"/>
          <p:cNvSpPr txBox="1"/>
          <p:nvPr userDrawn="1"/>
        </p:nvSpPr>
        <p:spPr>
          <a:xfrm>
            <a:off x="561599" y="6474007"/>
            <a:ext cx="7251894" cy="1300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auto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 b="0">
                <a:solidFill>
                  <a:prstClr val="black"/>
                </a:solidFill>
                <a:latin typeface="Calibri" panose="020F0502020204030204"/>
              </a:rPr>
              <a:t>© </a:t>
            </a:r>
            <a:r>
              <a:rPr lang="de-DE" sz="1000" b="0">
                <a:solidFill>
                  <a:prstClr val="black"/>
                </a:solidFill>
                <a:latin typeface="Calibri" panose="020F0502020204030204"/>
                <a:ea typeface="MiloPro" charset="0"/>
                <a:cs typeface="MiloPro" charset="0"/>
              </a:rPr>
              <a:t>ADAC e. V.</a:t>
            </a:r>
            <a:endParaRPr lang="de-DE" sz="1000">
              <a:solidFill>
                <a:prstClr val="black"/>
              </a:solidFill>
              <a:latin typeface="Calibri" panose="020F0502020204030204"/>
              <a:ea typeface="Milo Pro" charset="0"/>
              <a:cs typeface="Milo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923797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Kapitelseite Hintergrundbild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75513352"/>
              </p:ext>
            </p:extLst>
          </p:nvPr>
        </p:nvGraphicFramePr>
        <p:xfrm>
          <a:off x="1957" y="1592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216" imgH="216" progId="TCLayout.ActiveDocument.1">
                  <p:embed/>
                </p:oleObj>
              </mc:Choice>
              <mc:Fallback>
                <p:oleObj name="think-cell Folie" r:id="rId4" imgW="216" imgH="216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7" y="1592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Slide Number Placeholder" hidden="1"/>
          <p:cNvSpPr>
            <a:spLocks noGrp="1"/>
          </p:cNvSpPr>
          <p:nvPr>
            <p:ph type="sldNum" sz="quarter" idx="11"/>
          </p:nvPr>
        </p:nvSpPr>
        <p:spPr>
          <a:xfrm>
            <a:off x="12273230" y="178630"/>
            <a:ext cx="49191" cy="3080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200" b="0">
                <a:solidFill>
                  <a:schemeClr val="bg1">
                    <a:lumMod val="75000"/>
                  </a:schemeClr>
                </a:solidFill>
                <a:latin typeface="+mn-lt"/>
                <a:cs typeface="+mn-cs"/>
                <a:sym typeface="+mn-lt"/>
              </a:defRPr>
            </a:lvl1pPr>
          </a:lstStyle>
          <a:p>
            <a:fld id="{01940DDA-0656-452C-A408-68789653BD9B}" type="slidenum">
              <a:rPr lang="de-DE" smtClean="0">
                <a:latin typeface="+mn-lt"/>
              </a:rPr>
              <a:pPr/>
              <a:t>‹Nr.›</a:t>
            </a:fld>
            <a:endParaRPr lang="de-DE">
              <a:latin typeface="+mn-lt"/>
            </a:endParaRPr>
          </a:p>
        </p:txBody>
      </p:sp>
      <p:sp>
        <p:nvSpPr>
          <p:cNvPr id="13" name="Footer Placeholder" hidden="1"/>
          <p:cNvSpPr>
            <a:spLocks noGrp="1"/>
          </p:cNvSpPr>
          <p:nvPr>
            <p:ph type="ftr" sz="quarter" idx="10"/>
          </p:nvPr>
        </p:nvSpPr>
        <p:spPr>
          <a:xfrm>
            <a:off x="12273234" y="228650"/>
            <a:ext cx="391133" cy="30778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l" rtl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defRPr lang="en-US" sz="200" b="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de-DE">
                <a:latin typeface="+mn-lt"/>
              </a:rPr>
              <a:t>Template ADAC </a:t>
            </a:r>
            <a:r>
              <a:rPr lang="de-DE" err="1">
                <a:latin typeface="+mn-lt"/>
              </a:rPr>
              <a:t>new</a:t>
            </a:r>
            <a:r>
              <a:rPr lang="de-DE">
                <a:latin typeface="+mn-lt"/>
              </a:rPr>
              <a:t> CD | 27.12.2017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 hasCustomPrompt="1"/>
          </p:nvPr>
        </p:nvSpPr>
        <p:spPr>
          <a:xfrm>
            <a:off x="562610" y="1743243"/>
            <a:ext cx="10770114" cy="601062"/>
          </a:xfrm>
        </p:spPr>
        <p:txBody>
          <a:bodyPr wrap="square" lIns="0" tIns="0" rIns="0" bIns="0" anchor="b" anchorCtr="0">
            <a:spAutoFit/>
          </a:bodyPr>
          <a:lstStyle>
            <a:lvl1pPr marL="1060236" indent="-1060236" algn="l">
              <a:tabLst/>
              <a:defRPr sz="4200" b="1">
                <a:latin typeface="+mj-lt"/>
                <a:sym typeface="+mn-lt"/>
              </a:defRPr>
            </a:lvl1pPr>
          </a:lstStyle>
          <a:p>
            <a:r>
              <a:rPr lang="de-DE"/>
              <a:t>1.	Kapitel</a:t>
            </a:r>
          </a:p>
        </p:txBody>
      </p:sp>
      <p:sp>
        <p:nvSpPr>
          <p:cNvPr id="9" name="Slide Number"/>
          <p:cNvSpPr txBox="1">
            <a:spLocks noChangeArrowheads="1"/>
          </p:cNvSpPr>
          <p:nvPr userDrawn="1"/>
        </p:nvSpPr>
        <p:spPr bwMode="auto">
          <a:xfrm>
            <a:off x="572862" y="6469177"/>
            <a:ext cx="246862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sz="900" b="0" smtClean="0"/>
            </a:lvl1pPr>
          </a:lstStyle>
          <a:p>
            <a:pPr marL="0" marR="0" lvl="0" indent="0" algn="l" defTabSz="914239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A7B471-74A3-4F5F-8955-6C99E2375CAC}" type="slidenum">
              <a:rPr kumimoji="0" lang="de-DE" sz="10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lt"/>
              </a:rPr>
              <a:pPr marL="0" marR="0" lvl="0" indent="0" algn="l" defTabSz="914239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sz="1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lt"/>
            </a:endParaRPr>
          </a:p>
        </p:txBody>
      </p:sp>
      <p:pic>
        <p:nvPicPr>
          <p:cNvPr id="15" name="Bild 11"/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532" t="11976" r="4077" b="13036"/>
          <a:stretch/>
        </p:blipFill>
        <p:spPr>
          <a:xfrm>
            <a:off x="1059224" y="6480665"/>
            <a:ext cx="284556" cy="99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371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image" Target="../media/image2.emf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ags" Target="../tags/tag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ags" Target="../tags/tag5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6" Type="http://schemas.openxmlformats.org/officeDocument/2006/relationships/image" Target="../media/image2.emf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oleObject" Target="../embeddings/oleObject1.bin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8.xml"/><Relationship Id="rId18" Type="http://schemas.openxmlformats.org/officeDocument/2006/relationships/image" Target="../media/image2.emf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37.xml"/><Relationship Id="rId16" Type="http://schemas.openxmlformats.org/officeDocument/2006/relationships/oleObject" Target="../embeddings/oleObject6.bin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5" Type="http://schemas.openxmlformats.org/officeDocument/2006/relationships/tags" Target="../tags/tag77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61.xml"/><Relationship Id="rId18" Type="http://schemas.openxmlformats.org/officeDocument/2006/relationships/image" Target="../media/image2.emf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50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5" Type="http://schemas.openxmlformats.org/officeDocument/2006/relationships/tags" Target="../tags/tag10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!!!Do not delete this th-style object!!!!" hidden="1"/>
          <p:cNvGraphicFramePr>
            <a:graphicFrameLocks noChangeAspect="1"/>
          </p:cNvGraphicFramePr>
          <p:nvPr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312776338"/>
              </p:ext>
            </p:extLst>
          </p:nvPr>
        </p:nvGraphicFramePr>
        <p:xfrm>
          <a:off x="1957" y="1592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270" imgH="270" progId="TCLayout.ActiveDocument.1">
                  <p:embed/>
                </p:oleObj>
              </mc:Choice>
              <mc:Fallback>
                <p:oleObj name="think-cell Slide" r:id="rId14" imgW="270" imgH="270" progId="TCLayout.ActiveDocument.1">
                  <p:embed/>
                  <p:pic>
                    <p:nvPicPr>
                      <p:cNvPr id="4" name="!!!Do not delete this th-style object!!!!" hidden="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957" y="1592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Slide Number"/>
          <p:cNvSpPr txBox="1">
            <a:spLocks noChangeArrowheads="1"/>
          </p:cNvSpPr>
          <p:nvPr/>
        </p:nvSpPr>
        <p:spPr bwMode="auto">
          <a:xfrm>
            <a:off x="572862" y="6469177"/>
            <a:ext cx="246862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sz="900" b="0" smtClean="0"/>
            </a:lvl1pPr>
          </a:lstStyle>
          <a:p>
            <a:pPr marL="0" marR="0" lvl="0" indent="0" algn="l" defTabSz="914239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A7B471-74A3-4F5F-8955-6C99E2375CAC}" type="slidenum">
              <a:rPr kumimoji="0" lang="de-DE" sz="10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lt"/>
              </a:rPr>
              <a:pPr marL="0" marR="0" lvl="0" indent="0" algn="l" defTabSz="914239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sz="1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57" name="Source" hidden="1"/>
          <p:cNvSpPr txBox="1"/>
          <p:nvPr/>
        </p:nvSpPr>
        <p:spPr>
          <a:xfrm>
            <a:off x="572862" y="6132742"/>
            <a:ext cx="561051" cy="138499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0" tIns="0" rIns="0" bIns="0" rtlCol="0" anchor="b" anchorCtr="0">
            <a:spAutoFit/>
          </a:bodyPr>
          <a:lstStyle/>
          <a:p>
            <a:pPr>
              <a:lnSpc>
                <a:spcPct val="90000"/>
              </a:lnSpc>
              <a:buSzPct val="100000"/>
            </a:pPr>
            <a:r>
              <a:rPr lang="de-DE" sz="1000" b="0" i="1">
                <a:solidFill>
                  <a:schemeClr val="tx1"/>
                </a:solidFill>
                <a:latin typeface="+mn-lt"/>
                <a:cs typeface="+mn-cs"/>
                <a:sym typeface="+mn-lt"/>
              </a:rPr>
              <a:t>Quelle: xxx</a:t>
            </a:r>
          </a:p>
        </p:txBody>
      </p:sp>
      <p:sp>
        <p:nvSpPr>
          <p:cNvPr id="56" name="Notes" hidden="1"/>
          <p:cNvSpPr txBox="1"/>
          <p:nvPr/>
        </p:nvSpPr>
        <p:spPr>
          <a:xfrm>
            <a:off x="567591" y="5937088"/>
            <a:ext cx="301365" cy="138499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0" tIns="0" rIns="0" bIns="0" rtlCol="0" anchor="b" anchorCtr="0">
            <a:spAutoFit/>
          </a:bodyPr>
          <a:lstStyle/>
          <a:p>
            <a:pPr>
              <a:lnSpc>
                <a:spcPct val="90000"/>
              </a:lnSpc>
              <a:buSzPct val="100000"/>
            </a:pPr>
            <a:r>
              <a:rPr lang="de-DE" sz="1000" b="0" i="1">
                <a:solidFill>
                  <a:schemeClr val="tx1"/>
                </a:solidFill>
                <a:latin typeface="+mn-lt"/>
                <a:cs typeface="+mn-cs"/>
                <a:sym typeface="+mn-lt"/>
              </a:rPr>
              <a:t>1) xxx</a:t>
            </a:r>
          </a:p>
        </p:txBody>
      </p:sp>
      <p:grpSp>
        <p:nvGrpSpPr>
          <p:cNvPr id="5" name="Legend" hidden="1"/>
          <p:cNvGrpSpPr/>
          <p:nvPr/>
        </p:nvGrpSpPr>
        <p:grpSpPr>
          <a:xfrm>
            <a:off x="567590" y="5679871"/>
            <a:ext cx="745632" cy="146050"/>
            <a:chOff x="738189" y="6195259"/>
            <a:chExt cx="605826" cy="146050"/>
          </a:xfrm>
        </p:grpSpPr>
        <p:sp>
          <p:nvSpPr>
            <p:cNvPr id="49" name="LegendIcon"/>
            <p:cNvSpPr/>
            <p:nvPr/>
          </p:nvSpPr>
          <p:spPr>
            <a:xfrm>
              <a:off x="738189" y="6195259"/>
              <a:ext cx="215900" cy="146050"/>
            </a:xfrm>
            <a:prstGeom prst="rect">
              <a:avLst/>
            </a:prstGeom>
            <a:noFill/>
            <a:ln w="9525" cap="flat" cmpd="sng" algn="ctr">
              <a:solidFill>
                <a:schemeClr val="accent3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239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99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50" name="LegendText"/>
            <p:cNvSpPr txBox="1"/>
            <p:nvPr/>
          </p:nvSpPr>
          <p:spPr>
            <a:xfrm>
              <a:off x="1036639" y="6196726"/>
              <a:ext cx="307376" cy="13849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none" lIns="0" tIns="0" rIns="0" bIns="0" rtlCol="0" anchor="t" anchorCtr="0">
              <a:spAutoFit/>
            </a:bodyPr>
            <a:lstStyle/>
            <a:p>
              <a:pPr marL="0" marR="0" lvl="0" indent="0" defTabSz="914239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10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lt"/>
                  <a:cs typeface="+mn-cs"/>
                  <a:sym typeface="+mn-lt"/>
                </a:rPr>
                <a:t>Legend</a:t>
              </a:r>
            </a:p>
          </p:txBody>
        </p:sp>
      </p:grpSp>
      <p:sp>
        <p:nvSpPr>
          <p:cNvPr id="51" name="Subtitle" hidden="1"/>
          <p:cNvSpPr txBox="1">
            <a:spLocks/>
          </p:cNvSpPr>
          <p:nvPr/>
        </p:nvSpPr>
        <p:spPr>
          <a:xfrm>
            <a:off x="572862" y="1710003"/>
            <a:ext cx="11066688" cy="2576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93000"/>
              </a:lnSpc>
              <a:buClr>
                <a:schemeClr val="tx1"/>
              </a:buClr>
              <a:buSzPct val="100000"/>
            </a:pPr>
            <a:r>
              <a:rPr lang="de-DE" sz="1800" b="0" err="1">
                <a:solidFill>
                  <a:schemeClr val="tx1"/>
                </a:solidFill>
                <a:latin typeface="+mn-lt"/>
                <a:cs typeface="+mn-cs"/>
                <a:sym typeface="+mn-lt"/>
              </a:rPr>
              <a:t>Subline</a:t>
            </a:r>
            <a:endParaRPr lang="de-DE" sz="1800" b="0">
              <a:solidFill>
                <a:schemeClr val="tx1"/>
              </a:solidFill>
              <a:latin typeface="+mn-lt"/>
              <a:cs typeface="+mn-cs"/>
              <a:sym typeface="+mn-lt"/>
            </a:endParaRPr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572862" y="1946979"/>
            <a:ext cx="11066688" cy="12613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de-DE"/>
              <a:t>Textplatzhalter 18 pt</a:t>
            </a:r>
          </a:p>
          <a:p>
            <a:pPr lvl="1"/>
            <a:r>
              <a:rPr lang="de-DE"/>
              <a:t>Ebene 1</a:t>
            </a:r>
          </a:p>
          <a:p>
            <a:pPr lvl="2"/>
            <a:r>
              <a:rPr lang="de-DE"/>
              <a:t>Ebene 2</a:t>
            </a:r>
          </a:p>
          <a:p>
            <a:pPr lvl="3"/>
            <a:r>
              <a:rPr lang="de-DE"/>
              <a:t>Ebene 3</a:t>
            </a:r>
          </a:p>
        </p:txBody>
      </p:sp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567591" y="757422"/>
            <a:ext cx="11066688" cy="95258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de-DE" noProof="0"/>
              <a:t>Headline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-656770" y="1946978"/>
            <a:ext cx="584200" cy="4393008"/>
            <a:chOff x="-656770" y="1854003"/>
            <a:chExt cx="584200" cy="4485983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-656770" y="1854003"/>
              <a:ext cx="584200" cy="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>
              <a:off x="-656770" y="6339986"/>
              <a:ext cx="584200" cy="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Group 71"/>
          <p:cNvGrpSpPr/>
          <p:nvPr/>
        </p:nvGrpSpPr>
        <p:grpSpPr>
          <a:xfrm>
            <a:off x="12274131" y="1946978"/>
            <a:ext cx="584200" cy="4393008"/>
            <a:chOff x="-656770" y="1854003"/>
            <a:chExt cx="584200" cy="4485983"/>
          </a:xfrm>
        </p:grpSpPr>
        <p:cxnSp>
          <p:nvCxnSpPr>
            <p:cNvPr id="73" name="Straight Connector 72"/>
            <p:cNvCxnSpPr/>
            <p:nvPr/>
          </p:nvCxnSpPr>
          <p:spPr>
            <a:xfrm>
              <a:off x="-656770" y="1854003"/>
              <a:ext cx="584200" cy="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-656770" y="6339986"/>
              <a:ext cx="584200" cy="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" name="Straight Connector 16"/>
          <p:cNvCxnSpPr/>
          <p:nvPr/>
        </p:nvCxnSpPr>
        <p:spPr>
          <a:xfrm flipV="1">
            <a:off x="567590" y="-464458"/>
            <a:ext cx="0" cy="391886"/>
          </a:xfrm>
          <a:prstGeom prst="line">
            <a:avLst/>
          </a:prstGeom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 flipV="1">
            <a:off x="11634278" y="-464458"/>
            <a:ext cx="0" cy="391886"/>
          </a:xfrm>
          <a:prstGeom prst="line">
            <a:avLst/>
          </a:prstGeom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Bild 11"/>
          <p:cNvPicPr>
            <a:picLocks noChangeAspect="1"/>
          </p:cNvPicPr>
          <p:nvPr/>
        </p:nvPicPr>
        <p:blipFill rotWithShape="1"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532" t="11976" r="4077" b="13036"/>
          <a:stretch/>
        </p:blipFill>
        <p:spPr>
          <a:xfrm>
            <a:off x="1059224" y="6480665"/>
            <a:ext cx="284556" cy="99595"/>
          </a:xfrm>
          <a:prstGeom prst="rect">
            <a:avLst/>
          </a:prstGeom>
        </p:spPr>
      </p:pic>
      <p:sp>
        <p:nvSpPr>
          <p:cNvPr id="26" name="Doc Code" descr="casecode"/>
          <p:cNvSpPr txBox="1">
            <a:spLocks noChangeArrowheads="1"/>
          </p:cNvSpPr>
          <p:nvPr userDrawn="1"/>
        </p:nvSpPr>
        <p:spPr bwMode="auto">
          <a:xfrm>
            <a:off x="1643368" y="6469664"/>
            <a:ext cx="1734449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defRPr sz="900" b="0" smtClean="0"/>
            </a:lvl1pPr>
          </a:lstStyle>
          <a:p>
            <a:pPr marL="0" marR="0" lvl="0" indent="0" algn="l" defTabSz="914239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lt"/>
              </a:rPr>
              <a:t>SAP S4 HANA Status 202012</a:t>
            </a:r>
            <a:r>
              <a:rPr kumimoji="0" lang="de-DE" sz="1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lt"/>
              </a:rPr>
              <a:t>.pptx</a:t>
            </a:r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656770" y="1946978"/>
            <a:ext cx="584200" cy="4393008"/>
            <a:chOff x="-656770" y="1854003"/>
            <a:chExt cx="584200" cy="4485983"/>
          </a:xfrm>
        </p:grpSpPr>
        <p:cxnSp>
          <p:nvCxnSpPr>
            <p:cNvPr id="27" name="Straight Connector 26"/>
            <p:cNvCxnSpPr/>
            <p:nvPr userDrawn="1"/>
          </p:nvCxnSpPr>
          <p:spPr>
            <a:xfrm>
              <a:off x="-656770" y="1854003"/>
              <a:ext cx="584200" cy="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-656770" y="6339986"/>
              <a:ext cx="584200" cy="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/>
          <p:cNvGrpSpPr/>
          <p:nvPr userDrawn="1"/>
        </p:nvGrpSpPr>
        <p:grpSpPr>
          <a:xfrm>
            <a:off x="12274131" y="1946978"/>
            <a:ext cx="584200" cy="4393008"/>
            <a:chOff x="-656770" y="1854003"/>
            <a:chExt cx="584200" cy="4485983"/>
          </a:xfrm>
        </p:grpSpPr>
        <p:cxnSp>
          <p:nvCxnSpPr>
            <p:cNvPr id="30" name="Straight Connector 29"/>
            <p:cNvCxnSpPr/>
            <p:nvPr userDrawn="1"/>
          </p:nvCxnSpPr>
          <p:spPr>
            <a:xfrm>
              <a:off x="-656770" y="1854003"/>
              <a:ext cx="584200" cy="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-656770" y="6339986"/>
              <a:ext cx="584200" cy="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Straight Connector 31"/>
          <p:cNvCxnSpPr/>
          <p:nvPr userDrawn="1"/>
        </p:nvCxnSpPr>
        <p:spPr>
          <a:xfrm flipV="1">
            <a:off x="567590" y="-464458"/>
            <a:ext cx="0" cy="391886"/>
          </a:xfrm>
          <a:prstGeom prst="line">
            <a:avLst/>
          </a:prstGeom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 userDrawn="1"/>
        </p:nvCxnSpPr>
        <p:spPr>
          <a:xfrm flipV="1">
            <a:off x="11634278" y="-464458"/>
            <a:ext cx="0" cy="391886"/>
          </a:xfrm>
          <a:prstGeom prst="line">
            <a:avLst/>
          </a:prstGeom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Bild 11"/>
          <p:cNvPicPr>
            <a:picLocks noChangeAspect="1"/>
          </p:cNvPicPr>
          <p:nvPr userDrawn="1"/>
        </p:nvPicPr>
        <p:blipFill rotWithShape="1"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532" t="11976" r="4077" b="13036"/>
          <a:stretch/>
        </p:blipFill>
        <p:spPr>
          <a:xfrm>
            <a:off x="1059224" y="6480665"/>
            <a:ext cx="284556" cy="99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9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239" rtl="0" eaLnBrk="1" latinLnBrk="0" hangingPunct="1">
        <a:lnSpc>
          <a:spcPct val="93000"/>
        </a:lnSpc>
        <a:spcBef>
          <a:spcPct val="0"/>
        </a:spcBef>
        <a:buNone/>
        <a:defRPr lang="en-US" sz="3600" b="1" kern="1200" baseline="0" dirty="0">
          <a:solidFill>
            <a:schemeClr val="tx1"/>
          </a:solidFill>
          <a:latin typeface="+mj-lt"/>
          <a:ea typeface="+mj-ea"/>
          <a:cs typeface="+mj-cs"/>
          <a:sym typeface="+mn-lt"/>
        </a:defRPr>
      </a:lvl1pPr>
    </p:titleStyle>
    <p:bodyStyle>
      <a:lvl1pPr marL="0" indent="0" algn="l" defTabSz="914239" rtl="0" eaLnBrk="1" latinLnBrk="0" hangingPunct="1">
        <a:lnSpc>
          <a:spcPct val="93000"/>
        </a:lnSpc>
        <a:spcBef>
          <a:spcPts val="0"/>
        </a:spcBef>
        <a:buFont typeface="Arial Narrow" pitchFamily="34" charset="0"/>
        <a:buNone/>
        <a:defRPr lang="en-US" sz="1800" b="0" i="0" kern="1200" baseline="0" dirty="0" smtClean="0">
          <a:solidFill>
            <a:schemeClr val="tx1"/>
          </a:solidFill>
          <a:latin typeface="+mn-lt"/>
          <a:ea typeface="+mn-ea"/>
          <a:cs typeface="+mn-cs"/>
          <a:sym typeface="+mn-lt"/>
        </a:defRPr>
      </a:lvl1pPr>
      <a:lvl2pPr marL="230360" indent="-230360" algn="l" defTabSz="914239" rtl="0" eaLnBrk="1" latinLnBrk="0" hangingPunct="1">
        <a:lnSpc>
          <a:spcPct val="93000"/>
        </a:lnSpc>
        <a:spcBef>
          <a:spcPts val="1200"/>
        </a:spcBef>
        <a:buClr>
          <a:schemeClr val="tx1"/>
        </a:buClr>
        <a:buFont typeface="Arial" panose="020B0604020202020204" pitchFamily="34" charset="0"/>
        <a:buChar char="•"/>
        <a:defRPr lang="en-US" sz="1800" b="0" kern="1200" dirty="0" smtClean="0">
          <a:solidFill>
            <a:schemeClr val="tx1"/>
          </a:solidFill>
          <a:latin typeface="+mn-lt"/>
          <a:ea typeface="+mn-ea"/>
          <a:cs typeface="+mn-cs"/>
          <a:sym typeface="+mn-lt"/>
        </a:defRPr>
      </a:lvl2pPr>
      <a:lvl3pPr marL="482315" indent="-233959" algn="l" defTabSz="914239" rtl="0" eaLnBrk="1" latinLnBrk="0" hangingPunct="1">
        <a:lnSpc>
          <a:spcPct val="93000"/>
        </a:lnSpc>
        <a:spcBef>
          <a:spcPts val="400"/>
        </a:spcBef>
        <a:buClr>
          <a:schemeClr val="accent3"/>
        </a:buClr>
        <a:buFont typeface="Arial" panose="020B0604020202020204" pitchFamily="34" charset="0"/>
        <a:buChar char="•"/>
        <a:defRPr lang="en-US" sz="1800" b="0" kern="1200" dirty="0" smtClean="0">
          <a:solidFill>
            <a:schemeClr val="tx1"/>
          </a:solidFill>
          <a:latin typeface="+mn-lt"/>
          <a:ea typeface="+mn-ea"/>
          <a:cs typeface="+mn-cs"/>
          <a:sym typeface="+mn-lt"/>
        </a:defRPr>
      </a:lvl3pPr>
      <a:lvl4pPr marL="698277" indent="-201565" algn="l" defTabSz="914239" rtl="0" eaLnBrk="1" latinLnBrk="0" hangingPunct="1">
        <a:lnSpc>
          <a:spcPct val="93000"/>
        </a:lnSpc>
        <a:spcBef>
          <a:spcPts val="200"/>
        </a:spcBef>
        <a:buClr>
          <a:schemeClr val="accent3"/>
        </a:buClr>
        <a:buFont typeface="Arial" panose="020B0604020202020204" pitchFamily="34" charset="0"/>
        <a:buChar char="•"/>
        <a:defRPr lang="en-US" sz="1800" b="0" kern="1200" dirty="0">
          <a:solidFill>
            <a:schemeClr val="tx1"/>
          </a:solidFill>
          <a:latin typeface="+mn-lt"/>
          <a:ea typeface="+mn-ea"/>
          <a:cs typeface="+mn-cs"/>
          <a:sym typeface="+mn-lt"/>
        </a:defRPr>
      </a:lvl4pPr>
      <a:lvl5pPr marL="698277" indent="0" algn="l" defTabSz="914239" rtl="0" eaLnBrk="1" latinLnBrk="0" hangingPunct="1">
        <a:lnSpc>
          <a:spcPct val="93000"/>
        </a:lnSpc>
        <a:spcBef>
          <a:spcPts val="0"/>
        </a:spcBef>
        <a:buFont typeface="Arial Narrow" pitchFamily="34" charset="0"/>
        <a:buNone/>
        <a:defRPr sz="1699" kern="1200">
          <a:solidFill>
            <a:schemeClr val="tx1"/>
          </a:solidFill>
          <a:latin typeface="Arial Narrow" pitchFamily="34" charset="0"/>
          <a:ea typeface="+mn-ea"/>
          <a:cs typeface="+mn-cs"/>
        </a:defRPr>
      </a:lvl5pPr>
      <a:lvl6pPr marL="2514157" indent="-228560" algn="l" defTabSz="914239" rtl="0" eaLnBrk="1" latinLnBrk="0" hangingPunct="1">
        <a:spcBef>
          <a:spcPct val="20000"/>
        </a:spcBef>
        <a:buFont typeface="Arial Narrow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76" indent="-228560" algn="l" defTabSz="914239" rtl="0" eaLnBrk="1" latinLnBrk="0" hangingPunct="1">
        <a:spcBef>
          <a:spcPct val="20000"/>
        </a:spcBef>
        <a:buFont typeface="Arial Narrow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95" indent="-228560" algn="l" defTabSz="914239" rtl="0" eaLnBrk="1" latinLnBrk="0" hangingPunct="1">
        <a:spcBef>
          <a:spcPct val="20000"/>
        </a:spcBef>
        <a:buFont typeface="Arial Narrow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15" indent="-228560" algn="l" defTabSz="914239" rtl="0" eaLnBrk="1" latinLnBrk="0" hangingPunct="1">
        <a:spcBef>
          <a:spcPct val="20000"/>
        </a:spcBef>
        <a:buFont typeface="Arial Narrow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20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39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58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78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97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17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836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54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!!!Do not delete this th-style object!!!!" hidden="1"/>
          <p:cNvGraphicFramePr>
            <a:graphicFrameLocks noChangeAspect="1"/>
          </p:cNvGraphicFramePr>
          <p:nvPr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845226415"/>
              </p:ext>
            </p:extLst>
          </p:nvPr>
        </p:nvGraphicFramePr>
        <p:xfrm>
          <a:off x="1956" y="1591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270" imgH="270" progId="TCLayout.ActiveDocument.1">
                  <p:embed/>
                </p:oleObj>
              </mc:Choice>
              <mc:Fallback>
                <p:oleObj name="think-cell Slide" r:id="rId16" imgW="270" imgH="270" progId="TCLayout.ActiveDocument.1">
                  <p:embed/>
                  <p:pic>
                    <p:nvPicPr>
                      <p:cNvPr id="4" name="!!!Do not delete this th-style object!!!!" hidden="1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956" y="1591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Slide Number"/>
          <p:cNvSpPr txBox="1">
            <a:spLocks noChangeArrowheads="1"/>
          </p:cNvSpPr>
          <p:nvPr/>
        </p:nvSpPr>
        <p:spPr bwMode="auto">
          <a:xfrm>
            <a:off x="572862" y="6469177"/>
            <a:ext cx="150682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sz="900" b="0" smtClean="0"/>
            </a:lvl1pPr>
          </a:lstStyle>
          <a:p>
            <a:pPr marL="0" marR="0" lvl="0" indent="0" algn="l" defTabSz="914423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A7B471-74A3-4F5F-8955-6C99E2375CAC}" type="slidenum">
              <a:rPr kumimoji="0" lang="de-DE" sz="10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lt"/>
              </a:rPr>
              <a:pPr marL="0" marR="0" lvl="0" indent="0" algn="l" defTabSz="914423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sz="1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57" name="Source" hidden="1"/>
          <p:cNvSpPr txBox="1"/>
          <p:nvPr/>
        </p:nvSpPr>
        <p:spPr>
          <a:xfrm>
            <a:off x="572862" y="6132742"/>
            <a:ext cx="561051" cy="138499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0" tIns="0" rIns="0" bIns="0" rtlCol="0" anchor="b" anchorCtr="0">
            <a:spAutoFit/>
          </a:bodyPr>
          <a:lstStyle/>
          <a:p>
            <a:pPr>
              <a:lnSpc>
                <a:spcPct val="90000"/>
              </a:lnSpc>
              <a:buSzPct val="100000"/>
            </a:pPr>
            <a:r>
              <a:rPr lang="de-DE" sz="1000" b="0" i="1">
                <a:solidFill>
                  <a:schemeClr val="tx1"/>
                </a:solidFill>
                <a:latin typeface="+mn-lt"/>
                <a:cs typeface="+mn-cs"/>
                <a:sym typeface="+mn-lt"/>
              </a:rPr>
              <a:t>Quelle: xxx</a:t>
            </a:r>
          </a:p>
        </p:txBody>
      </p:sp>
      <p:sp>
        <p:nvSpPr>
          <p:cNvPr id="56" name="Notes" hidden="1"/>
          <p:cNvSpPr txBox="1"/>
          <p:nvPr/>
        </p:nvSpPr>
        <p:spPr>
          <a:xfrm>
            <a:off x="567590" y="5937088"/>
            <a:ext cx="301365" cy="138499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0" tIns="0" rIns="0" bIns="0" rtlCol="0" anchor="b" anchorCtr="0">
            <a:spAutoFit/>
          </a:bodyPr>
          <a:lstStyle/>
          <a:p>
            <a:pPr>
              <a:lnSpc>
                <a:spcPct val="90000"/>
              </a:lnSpc>
              <a:buSzPct val="100000"/>
            </a:pPr>
            <a:r>
              <a:rPr lang="de-DE" sz="1000" b="0" i="1">
                <a:solidFill>
                  <a:schemeClr val="tx1"/>
                </a:solidFill>
                <a:latin typeface="+mn-lt"/>
                <a:cs typeface="+mn-cs"/>
                <a:sym typeface="+mn-lt"/>
              </a:rPr>
              <a:t>1) xxx</a:t>
            </a:r>
          </a:p>
        </p:txBody>
      </p:sp>
      <p:grpSp>
        <p:nvGrpSpPr>
          <p:cNvPr id="5" name="Legend" hidden="1"/>
          <p:cNvGrpSpPr/>
          <p:nvPr/>
        </p:nvGrpSpPr>
        <p:grpSpPr>
          <a:xfrm>
            <a:off x="567590" y="5679885"/>
            <a:ext cx="745632" cy="146050"/>
            <a:chOff x="738189" y="6195259"/>
            <a:chExt cx="605826" cy="146050"/>
          </a:xfrm>
        </p:grpSpPr>
        <p:sp>
          <p:nvSpPr>
            <p:cNvPr id="49" name="LegendIcon"/>
            <p:cNvSpPr/>
            <p:nvPr/>
          </p:nvSpPr>
          <p:spPr>
            <a:xfrm>
              <a:off x="738189" y="6195259"/>
              <a:ext cx="215900" cy="146050"/>
            </a:xfrm>
            <a:prstGeom prst="rect">
              <a:avLst/>
            </a:prstGeom>
            <a:noFill/>
            <a:ln w="9525" cap="flat" cmpd="sng" algn="ctr">
              <a:solidFill>
                <a:schemeClr val="accent3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23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50" name="LegendText"/>
            <p:cNvSpPr txBox="1"/>
            <p:nvPr/>
          </p:nvSpPr>
          <p:spPr>
            <a:xfrm>
              <a:off x="1036639" y="6196726"/>
              <a:ext cx="307376" cy="13849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none" lIns="0" tIns="0" rIns="0" bIns="0" rtlCol="0" anchor="t" anchorCtr="0">
              <a:spAutoFit/>
            </a:bodyPr>
            <a:lstStyle/>
            <a:p>
              <a:pPr marL="0" marR="0" lvl="0" indent="0" defTabSz="914423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10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lt"/>
                  <a:cs typeface="+mn-cs"/>
                  <a:sym typeface="+mn-lt"/>
                </a:rPr>
                <a:t>Legend</a:t>
              </a:r>
            </a:p>
          </p:txBody>
        </p:sp>
      </p:grpSp>
      <p:sp>
        <p:nvSpPr>
          <p:cNvPr id="51" name="Subtitle" hidden="1"/>
          <p:cNvSpPr txBox="1">
            <a:spLocks/>
          </p:cNvSpPr>
          <p:nvPr/>
        </p:nvSpPr>
        <p:spPr>
          <a:xfrm>
            <a:off x="572862" y="1710002"/>
            <a:ext cx="11066688" cy="2576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93000"/>
              </a:lnSpc>
              <a:buClr>
                <a:schemeClr val="tx1"/>
              </a:buClr>
              <a:buSzPct val="100000"/>
            </a:pPr>
            <a:r>
              <a:rPr lang="de-DE" sz="1800" b="0" err="1">
                <a:solidFill>
                  <a:schemeClr val="tx1"/>
                </a:solidFill>
                <a:latin typeface="+mn-lt"/>
                <a:cs typeface="+mn-cs"/>
                <a:sym typeface="+mn-lt"/>
              </a:rPr>
              <a:t>Subline</a:t>
            </a:r>
            <a:endParaRPr lang="de-DE" sz="1800" b="0">
              <a:solidFill>
                <a:schemeClr val="tx1"/>
              </a:solidFill>
              <a:latin typeface="+mn-lt"/>
              <a:cs typeface="+mn-cs"/>
              <a:sym typeface="+mn-lt"/>
            </a:endParaRPr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572862" y="1946978"/>
            <a:ext cx="11066688" cy="12613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de-DE"/>
              <a:t>Textplatzhalter 18 pt</a:t>
            </a:r>
          </a:p>
          <a:p>
            <a:pPr lvl="1"/>
            <a:r>
              <a:rPr lang="de-DE"/>
              <a:t>Ebene 1</a:t>
            </a:r>
          </a:p>
          <a:p>
            <a:pPr lvl="2"/>
            <a:r>
              <a:rPr lang="de-DE"/>
              <a:t>Ebene 2</a:t>
            </a:r>
          </a:p>
          <a:p>
            <a:pPr lvl="3"/>
            <a:r>
              <a:rPr lang="de-DE"/>
              <a:t>Ebene 3</a:t>
            </a:r>
          </a:p>
        </p:txBody>
      </p:sp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567590" y="757421"/>
            <a:ext cx="11066688" cy="95258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de-DE" noProof="0"/>
              <a:t>Headline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-656770" y="1946978"/>
            <a:ext cx="584200" cy="4393008"/>
            <a:chOff x="-656770" y="1854003"/>
            <a:chExt cx="584200" cy="4485983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-656770" y="1854003"/>
              <a:ext cx="584200" cy="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>
              <a:off x="-656770" y="6339986"/>
              <a:ext cx="584200" cy="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Group 71"/>
          <p:cNvGrpSpPr/>
          <p:nvPr/>
        </p:nvGrpSpPr>
        <p:grpSpPr>
          <a:xfrm>
            <a:off x="12274131" y="1946978"/>
            <a:ext cx="584200" cy="4393008"/>
            <a:chOff x="-656770" y="1854003"/>
            <a:chExt cx="584200" cy="4485983"/>
          </a:xfrm>
        </p:grpSpPr>
        <p:cxnSp>
          <p:nvCxnSpPr>
            <p:cNvPr id="73" name="Straight Connector 72"/>
            <p:cNvCxnSpPr/>
            <p:nvPr/>
          </p:nvCxnSpPr>
          <p:spPr>
            <a:xfrm>
              <a:off x="-656770" y="1854003"/>
              <a:ext cx="584200" cy="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-656770" y="6339986"/>
              <a:ext cx="584200" cy="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" name="Straight Connector 16"/>
          <p:cNvCxnSpPr/>
          <p:nvPr/>
        </p:nvCxnSpPr>
        <p:spPr>
          <a:xfrm flipV="1">
            <a:off x="567590" y="-464458"/>
            <a:ext cx="0" cy="391886"/>
          </a:xfrm>
          <a:prstGeom prst="line">
            <a:avLst/>
          </a:prstGeom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 flipV="1">
            <a:off x="11634278" y="-464458"/>
            <a:ext cx="0" cy="391886"/>
          </a:xfrm>
          <a:prstGeom prst="line">
            <a:avLst/>
          </a:prstGeom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Bild 11"/>
          <p:cNvPicPr>
            <a:picLocks noChangeAspect="1"/>
          </p:cNvPicPr>
          <p:nvPr/>
        </p:nvPicPr>
        <p:blipFill rotWithShape="1"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532" t="11976" r="4077" b="13036"/>
          <a:stretch/>
        </p:blipFill>
        <p:spPr>
          <a:xfrm>
            <a:off x="1059224" y="6480664"/>
            <a:ext cx="284556" cy="99595"/>
          </a:xfrm>
          <a:prstGeom prst="rect">
            <a:avLst/>
          </a:prstGeom>
        </p:spPr>
      </p:pic>
      <p:grpSp>
        <p:nvGrpSpPr>
          <p:cNvPr id="24" name="Group 23"/>
          <p:cNvGrpSpPr/>
          <p:nvPr userDrawn="1"/>
        </p:nvGrpSpPr>
        <p:grpSpPr>
          <a:xfrm>
            <a:off x="-656770" y="1946978"/>
            <a:ext cx="584200" cy="4393008"/>
            <a:chOff x="-656770" y="1854003"/>
            <a:chExt cx="584200" cy="4485983"/>
          </a:xfrm>
        </p:grpSpPr>
        <p:cxnSp>
          <p:nvCxnSpPr>
            <p:cNvPr id="27" name="Straight Connector 26"/>
            <p:cNvCxnSpPr/>
            <p:nvPr userDrawn="1"/>
          </p:nvCxnSpPr>
          <p:spPr>
            <a:xfrm>
              <a:off x="-656770" y="1854003"/>
              <a:ext cx="584200" cy="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-656770" y="6339986"/>
              <a:ext cx="584200" cy="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/>
          <p:cNvGrpSpPr/>
          <p:nvPr userDrawn="1"/>
        </p:nvGrpSpPr>
        <p:grpSpPr>
          <a:xfrm>
            <a:off x="12274131" y="1946978"/>
            <a:ext cx="584200" cy="4393008"/>
            <a:chOff x="-656770" y="1854003"/>
            <a:chExt cx="584200" cy="4485983"/>
          </a:xfrm>
        </p:grpSpPr>
        <p:cxnSp>
          <p:nvCxnSpPr>
            <p:cNvPr id="30" name="Straight Connector 29"/>
            <p:cNvCxnSpPr/>
            <p:nvPr userDrawn="1"/>
          </p:nvCxnSpPr>
          <p:spPr>
            <a:xfrm>
              <a:off x="-656770" y="1854003"/>
              <a:ext cx="584200" cy="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-656770" y="6339986"/>
              <a:ext cx="584200" cy="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Straight Connector 31"/>
          <p:cNvCxnSpPr/>
          <p:nvPr userDrawn="1"/>
        </p:nvCxnSpPr>
        <p:spPr>
          <a:xfrm flipV="1">
            <a:off x="567590" y="-464458"/>
            <a:ext cx="0" cy="391886"/>
          </a:xfrm>
          <a:prstGeom prst="line">
            <a:avLst/>
          </a:prstGeom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 userDrawn="1"/>
        </p:nvCxnSpPr>
        <p:spPr>
          <a:xfrm flipV="1">
            <a:off x="11634278" y="-464458"/>
            <a:ext cx="0" cy="391886"/>
          </a:xfrm>
          <a:prstGeom prst="line">
            <a:avLst/>
          </a:prstGeom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Bild 11"/>
          <p:cNvPicPr>
            <a:picLocks noChangeAspect="1"/>
          </p:cNvPicPr>
          <p:nvPr userDrawn="1"/>
        </p:nvPicPr>
        <p:blipFill rotWithShape="1"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532" t="11976" r="4077" b="13036"/>
          <a:stretch/>
        </p:blipFill>
        <p:spPr>
          <a:xfrm>
            <a:off x="1059224" y="6480664"/>
            <a:ext cx="284556" cy="99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059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hf hdr="0" dt="0"/>
  <p:txStyles>
    <p:titleStyle>
      <a:lvl1pPr algn="l" defTabSz="914423" rtl="0" eaLnBrk="1" latinLnBrk="0" hangingPunct="1">
        <a:lnSpc>
          <a:spcPct val="93000"/>
        </a:lnSpc>
        <a:spcBef>
          <a:spcPct val="0"/>
        </a:spcBef>
        <a:buNone/>
        <a:defRPr lang="en-US" sz="3600" b="1" kern="1200" baseline="0" dirty="0">
          <a:solidFill>
            <a:schemeClr val="tx1"/>
          </a:solidFill>
          <a:latin typeface="+mj-lt"/>
          <a:ea typeface="+mj-ea"/>
          <a:cs typeface="+mj-cs"/>
          <a:sym typeface="+mn-lt"/>
        </a:defRPr>
      </a:lvl1pPr>
    </p:titleStyle>
    <p:bodyStyle>
      <a:lvl1pPr marL="0" indent="0" algn="l" defTabSz="914423" rtl="0" eaLnBrk="1" latinLnBrk="0" hangingPunct="1">
        <a:lnSpc>
          <a:spcPct val="93000"/>
        </a:lnSpc>
        <a:spcBef>
          <a:spcPts val="0"/>
        </a:spcBef>
        <a:buFont typeface="Arial Narrow" pitchFamily="34" charset="0"/>
        <a:buNone/>
        <a:defRPr lang="en-US" sz="1800" b="0" i="0" kern="1200" baseline="0" dirty="0" smtClean="0">
          <a:solidFill>
            <a:schemeClr val="tx1"/>
          </a:solidFill>
          <a:latin typeface="+mn-lt"/>
          <a:ea typeface="+mn-ea"/>
          <a:cs typeface="+mn-cs"/>
          <a:sym typeface="+mn-lt"/>
        </a:defRPr>
      </a:lvl1pPr>
      <a:lvl2pPr marL="230406" indent="-230406" algn="l" defTabSz="914423" rtl="0" eaLnBrk="1" latinLnBrk="0" hangingPunct="1">
        <a:lnSpc>
          <a:spcPct val="93000"/>
        </a:lnSpc>
        <a:spcBef>
          <a:spcPts val="1200"/>
        </a:spcBef>
        <a:buClr>
          <a:schemeClr val="tx1"/>
        </a:buClr>
        <a:buFont typeface="Arial" panose="020B0604020202020204" pitchFamily="34" charset="0"/>
        <a:buChar char="•"/>
        <a:defRPr lang="en-US" sz="1800" b="0" kern="1200" dirty="0" smtClean="0">
          <a:solidFill>
            <a:schemeClr val="tx1"/>
          </a:solidFill>
          <a:latin typeface="+mn-lt"/>
          <a:ea typeface="+mn-ea"/>
          <a:cs typeface="+mn-cs"/>
          <a:sym typeface="+mn-lt"/>
        </a:defRPr>
      </a:lvl2pPr>
      <a:lvl3pPr marL="482412" indent="-234006" algn="l" defTabSz="914423" rtl="0" eaLnBrk="1" latinLnBrk="0" hangingPunct="1">
        <a:lnSpc>
          <a:spcPct val="93000"/>
        </a:lnSpc>
        <a:spcBef>
          <a:spcPts val="400"/>
        </a:spcBef>
        <a:buClr>
          <a:schemeClr val="accent3"/>
        </a:buClr>
        <a:buFont typeface="Arial" panose="020B0604020202020204" pitchFamily="34" charset="0"/>
        <a:buChar char="•"/>
        <a:defRPr lang="en-US" sz="1800" b="0" kern="1200" dirty="0" smtClean="0">
          <a:solidFill>
            <a:schemeClr val="tx1"/>
          </a:solidFill>
          <a:latin typeface="+mn-lt"/>
          <a:ea typeface="+mn-ea"/>
          <a:cs typeface="+mn-cs"/>
          <a:sym typeface="+mn-lt"/>
        </a:defRPr>
      </a:lvl3pPr>
      <a:lvl4pPr marL="698418" indent="-201605" algn="l" defTabSz="914423" rtl="0" eaLnBrk="1" latinLnBrk="0" hangingPunct="1">
        <a:lnSpc>
          <a:spcPct val="93000"/>
        </a:lnSpc>
        <a:spcBef>
          <a:spcPts val="200"/>
        </a:spcBef>
        <a:buClr>
          <a:schemeClr val="accent3"/>
        </a:buClr>
        <a:buFont typeface="Arial" panose="020B0604020202020204" pitchFamily="34" charset="0"/>
        <a:buChar char="•"/>
        <a:defRPr lang="en-US" sz="1800" b="0" kern="1200" dirty="0">
          <a:solidFill>
            <a:schemeClr val="tx1"/>
          </a:solidFill>
          <a:latin typeface="+mn-lt"/>
          <a:ea typeface="+mn-ea"/>
          <a:cs typeface="+mn-cs"/>
          <a:sym typeface="+mn-lt"/>
        </a:defRPr>
      </a:lvl4pPr>
      <a:lvl5pPr marL="698418" indent="0" algn="l" defTabSz="914423" rtl="0" eaLnBrk="1" latinLnBrk="0" hangingPunct="1">
        <a:lnSpc>
          <a:spcPct val="93000"/>
        </a:lnSpc>
        <a:spcBef>
          <a:spcPts val="0"/>
        </a:spcBef>
        <a:buFont typeface="Arial Narrow" pitchFamily="34" charset="0"/>
        <a:buNone/>
        <a:defRPr sz="1700" kern="1200">
          <a:solidFill>
            <a:schemeClr val="tx1"/>
          </a:solidFill>
          <a:latin typeface="Arial Narrow" pitchFamily="34" charset="0"/>
          <a:ea typeface="+mn-ea"/>
          <a:cs typeface="+mn-cs"/>
        </a:defRPr>
      </a:lvl5pPr>
      <a:lvl6pPr marL="2514663" indent="-228606" algn="l" defTabSz="914423" rtl="0" eaLnBrk="1" latinLnBrk="0" hangingPunct="1">
        <a:spcBef>
          <a:spcPct val="20000"/>
        </a:spcBef>
        <a:buFont typeface="Arial Narrow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4" indent="-228606" algn="l" defTabSz="914423" rtl="0" eaLnBrk="1" latinLnBrk="0" hangingPunct="1">
        <a:spcBef>
          <a:spcPct val="20000"/>
        </a:spcBef>
        <a:buFont typeface="Arial Narrow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3" rtl="0" eaLnBrk="1" latinLnBrk="0" hangingPunct="1">
        <a:spcBef>
          <a:spcPct val="20000"/>
        </a:spcBef>
        <a:buFont typeface="Arial Narrow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7" indent="-228606" algn="l" defTabSz="914423" rtl="0" eaLnBrk="1" latinLnBrk="0" hangingPunct="1">
        <a:spcBef>
          <a:spcPct val="20000"/>
        </a:spcBef>
        <a:buFont typeface="Arial Narrow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!!!Do not delete this th-style object!!!!" hidden="1"/>
          <p:cNvGraphicFramePr>
            <a:graphicFrameLocks noChangeAspect="1"/>
          </p:cNvGraphicFramePr>
          <p:nvPr>
            <p:custDataLst>
              <p:tags r:id="rId13"/>
            </p:custDataLst>
          </p:nvPr>
        </p:nvGraphicFramePr>
        <p:xfrm>
          <a:off x="1957" y="1592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270" imgH="270" progId="TCLayout.ActiveDocument.1">
                  <p:embed/>
                </p:oleObj>
              </mc:Choice>
              <mc:Fallback>
                <p:oleObj name="think-cell Slide" r:id="rId14" imgW="270" imgH="270" progId="TCLayout.ActiveDocument.1">
                  <p:embed/>
                  <p:pic>
                    <p:nvPicPr>
                      <p:cNvPr id="4" name="!!!Do not delete this th-style object!!!!" hidden="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957" y="1592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Slide Number"/>
          <p:cNvSpPr txBox="1">
            <a:spLocks noChangeArrowheads="1"/>
          </p:cNvSpPr>
          <p:nvPr/>
        </p:nvSpPr>
        <p:spPr bwMode="auto">
          <a:xfrm>
            <a:off x="572862" y="6469177"/>
            <a:ext cx="246862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sz="900" b="0" smtClean="0"/>
            </a:lvl1pPr>
          </a:lstStyle>
          <a:p>
            <a:pPr defTabSz="914239" eaLnBrk="1" hangingPunct="1">
              <a:lnSpc>
                <a:spcPct val="90000"/>
              </a:lnSpc>
              <a:defRPr/>
            </a:pPr>
            <a:fld id="{7AA7B471-74A3-4F5F-8955-6C99E2375CAC}" type="slidenum">
              <a:rPr lang="de-DE" sz="1000" noProof="1">
                <a:solidFill>
                  <a:srgbClr val="000000"/>
                </a:solidFill>
                <a:latin typeface="Calibri"/>
                <a:cs typeface="+mn-cs"/>
                <a:sym typeface="+mn-lt"/>
              </a:rPr>
              <a:pPr defTabSz="914239" eaLnBrk="1" hangingPunct="1">
                <a:lnSpc>
                  <a:spcPct val="90000"/>
                </a:lnSpc>
                <a:defRPr/>
              </a:pPr>
              <a:t>‹Nr.›</a:t>
            </a:fld>
            <a:endParaRPr lang="de-DE" sz="1000" noProof="1">
              <a:solidFill>
                <a:srgbClr val="000000"/>
              </a:solidFill>
              <a:latin typeface="Calibri"/>
              <a:cs typeface="+mn-cs"/>
              <a:sym typeface="+mn-lt"/>
            </a:endParaRPr>
          </a:p>
        </p:txBody>
      </p:sp>
      <p:sp>
        <p:nvSpPr>
          <p:cNvPr id="57" name="Source" hidden="1"/>
          <p:cNvSpPr txBox="1"/>
          <p:nvPr/>
        </p:nvSpPr>
        <p:spPr>
          <a:xfrm>
            <a:off x="572862" y="6132742"/>
            <a:ext cx="561051" cy="138499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0" tIns="0" rIns="0" bIns="0" rtlCol="0" anchor="b" anchorCtr="0">
            <a:spAutoFit/>
          </a:bodyPr>
          <a:lstStyle/>
          <a:p>
            <a:pPr eaLnBrk="1" hangingPunct="1">
              <a:lnSpc>
                <a:spcPct val="90000"/>
              </a:lnSpc>
              <a:buSzPct val="100000"/>
            </a:pPr>
            <a:r>
              <a:rPr lang="de-DE" sz="1000" i="1">
                <a:solidFill>
                  <a:srgbClr val="000000"/>
                </a:solidFill>
                <a:latin typeface="Calibri"/>
                <a:cs typeface="+mn-cs"/>
                <a:sym typeface="+mn-lt"/>
              </a:rPr>
              <a:t>Quelle: xxx</a:t>
            </a:r>
          </a:p>
        </p:txBody>
      </p:sp>
      <p:sp>
        <p:nvSpPr>
          <p:cNvPr id="56" name="Notes" hidden="1"/>
          <p:cNvSpPr txBox="1"/>
          <p:nvPr/>
        </p:nvSpPr>
        <p:spPr>
          <a:xfrm>
            <a:off x="567591" y="5937088"/>
            <a:ext cx="301365" cy="138499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0" tIns="0" rIns="0" bIns="0" rtlCol="0" anchor="b" anchorCtr="0">
            <a:spAutoFit/>
          </a:bodyPr>
          <a:lstStyle/>
          <a:p>
            <a:pPr eaLnBrk="1" hangingPunct="1">
              <a:lnSpc>
                <a:spcPct val="90000"/>
              </a:lnSpc>
              <a:buSzPct val="100000"/>
            </a:pPr>
            <a:r>
              <a:rPr lang="de-DE" sz="1000" i="1">
                <a:solidFill>
                  <a:srgbClr val="000000"/>
                </a:solidFill>
                <a:latin typeface="Calibri"/>
                <a:cs typeface="+mn-cs"/>
                <a:sym typeface="+mn-lt"/>
              </a:rPr>
              <a:t>1) xxx</a:t>
            </a:r>
          </a:p>
        </p:txBody>
      </p:sp>
      <p:grpSp>
        <p:nvGrpSpPr>
          <p:cNvPr id="5" name="Legend" hidden="1"/>
          <p:cNvGrpSpPr/>
          <p:nvPr/>
        </p:nvGrpSpPr>
        <p:grpSpPr>
          <a:xfrm>
            <a:off x="567590" y="5679871"/>
            <a:ext cx="745632" cy="146050"/>
            <a:chOff x="738189" y="6195259"/>
            <a:chExt cx="605826" cy="146050"/>
          </a:xfrm>
        </p:grpSpPr>
        <p:sp>
          <p:nvSpPr>
            <p:cNvPr id="49" name="LegendIcon"/>
            <p:cNvSpPr/>
            <p:nvPr/>
          </p:nvSpPr>
          <p:spPr>
            <a:xfrm>
              <a:off x="738189" y="6195259"/>
              <a:ext cx="215900" cy="146050"/>
            </a:xfrm>
            <a:prstGeom prst="rect">
              <a:avLst/>
            </a:prstGeom>
            <a:noFill/>
            <a:ln w="9525" cap="flat" cmpd="sng" algn="ctr">
              <a:solidFill>
                <a:schemeClr val="accent3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defTabSz="914239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de-DE" sz="1299" kern="0">
                <a:solidFill>
                  <a:srgbClr val="000000"/>
                </a:solidFill>
                <a:latin typeface="Calibri"/>
                <a:cs typeface="+mn-cs"/>
                <a:sym typeface="+mn-lt"/>
              </a:endParaRPr>
            </a:p>
          </p:txBody>
        </p:sp>
        <p:sp>
          <p:nvSpPr>
            <p:cNvPr id="50" name="LegendText"/>
            <p:cNvSpPr txBox="1"/>
            <p:nvPr/>
          </p:nvSpPr>
          <p:spPr>
            <a:xfrm>
              <a:off x="1036639" y="6196726"/>
              <a:ext cx="307376" cy="13849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none" lIns="0" tIns="0" rIns="0" bIns="0" rtlCol="0" anchor="t" anchorCtr="0">
              <a:spAutoFit/>
            </a:bodyPr>
            <a:lstStyle/>
            <a:p>
              <a:pPr defTabSz="914239" eaLnBrk="1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defRPr/>
              </a:pPr>
              <a:r>
                <a:rPr lang="de-DE" sz="1000" kern="0">
                  <a:solidFill>
                    <a:sysClr val="windowText" lastClr="000000"/>
                  </a:solidFill>
                  <a:latin typeface="Calibri"/>
                  <a:cs typeface="+mn-cs"/>
                  <a:sym typeface="+mn-lt"/>
                </a:rPr>
                <a:t>Legend</a:t>
              </a:r>
            </a:p>
          </p:txBody>
        </p:sp>
      </p:grpSp>
      <p:sp>
        <p:nvSpPr>
          <p:cNvPr id="51" name="Subtitle" hidden="1"/>
          <p:cNvSpPr txBox="1">
            <a:spLocks/>
          </p:cNvSpPr>
          <p:nvPr/>
        </p:nvSpPr>
        <p:spPr>
          <a:xfrm>
            <a:off x="572862" y="1710003"/>
            <a:ext cx="11066688" cy="2576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eaLnBrk="1" hangingPunct="1">
              <a:lnSpc>
                <a:spcPct val="93000"/>
              </a:lnSpc>
              <a:buClr>
                <a:srgbClr val="000000"/>
              </a:buClr>
              <a:buSzPct val="100000"/>
            </a:pPr>
            <a:r>
              <a:rPr lang="de-DE" sz="1800" err="1">
                <a:solidFill>
                  <a:srgbClr val="000000"/>
                </a:solidFill>
                <a:latin typeface="Calibri"/>
                <a:cs typeface="+mn-cs"/>
                <a:sym typeface="+mn-lt"/>
              </a:rPr>
              <a:t>Subline</a:t>
            </a:r>
            <a:endParaRPr lang="de-DE" sz="1800">
              <a:solidFill>
                <a:srgbClr val="000000"/>
              </a:solidFill>
              <a:latin typeface="Calibri"/>
              <a:cs typeface="+mn-cs"/>
              <a:sym typeface="+mn-lt"/>
            </a:endParaRPr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572862" y="1946979"/>
            <a:ext cx="11066688" cy="12613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de-DE"/>
              <a:t>Textplatzhalter 18 pt</a:t>
            </a:r>
          </a:p>
          <a:p>
            <a:pPr lvl="1"/>
            <a:r>
              <a:rPr lang="de-DE"/>
              <a:t>Ebene 1</a:t>
            </a:r>
          </a:p>
          <a:p>
            <a:pPr lvl="2"/>
            <a:r>
              <a:rPr lang="de-DE"/>
              <a:t>Ebene 2</a:t>
            </a:r>
          </a:p>
          <a:p>
            <a:pPr lvl="3"/>
            <a:r>
              <a:rPr lang="de-DE"/>
              <a:t>Ebene 3</a:t>
            </a:r>
          </a:p>
        </p:txBody>
      </p:sp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567591" y="757422"/>
            <a:ext cx="11066688" cy="95258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de-DE" noProof="0"/>
              <a:t>Headline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-656770" y="1946978"/>
            <a:ext cx="584200" cy="4393008"/>
            <a:chOff x="-656770" y="1854003"/>
            <a:chExt cx="584200" cy="4485983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-656770" y="1854003"/>
              <a:ext cx="584200" cy="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>
              <a:off x="-656770" y="6339986"/>
              <a:ext cx="584200" cy="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Group 71"/>
          <p:cNvGrpSpPr/>
          <p:nvPr/>
        </p:nvGrpSpPr>
        <p:grpSpPr>
          <a:xfrm>
            <a:off x="12274131" y="1946978"/>
            <a:ext cx="584200" cy="4393008"/>
            <a:chOff x="-656770" y="1854003"/>
            <a:chExt cx="584200" cy="4485983"/>
          </a:xfrm>
        </p:grpSpPr>
        <p:cxnSp>
          <p:nvCxnSpPr>
            <p:cNvPr id="73" name="Straight Connector 72"/>
            <p:cNvCxnSpPr/>
            <p:nvPr/>
          </p:nvCxnSpPr>
          <p:spPr>
            <a:xfrm>
              <a:off x="-656770" y="1854003"/>
              <a:ext cx="584200" cy="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-656770" y="6339986"/>
              <a:ext cx="584200" cy="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" name="Straight Connector 16"/>
          <p:cNvCxnSpPr/>
          <p:nvPr/>
        </p:nvCxnSpPr>
        <p:spPr>
          <a:xfrm flipV="1">
            <a:off x="567590" y="-464458"/>
            <a:ext cx="0" cy="391886"/>
          </a:xfrm>
          <a:prstGeom prst="line">
            <a:avLst/>
          </a:prstGeom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 flipV="1">
            <a:off x="11634278" y="-464458"/>
            <a:ext cx="0" cy="391886"/>
          </a:xfrm>
          <a:prstGeom prst="line">
            <a:avLst/>
          </a:prstGeom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Bild 11"/>
          <p:cNvPicPr>
            <a:picLocks noChangeAspect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32" t="11976" r="4077" b="13036"/>
          <a:stretch/>
        </p:blipFill>
        <p:spPr>
          <a:xfrm>
            <a:off x="1059224" y="6480665"/>
            <a:ext cx="284556" cy="99595"/>
          </a:xfrm>
          <a:prstGeom prst="rect">
            <a:avLst/>
          </a:prstGeom>
        </p:spPr>
      </p:pic>
      <p:sp>
        <p:nvSpPr>
          <p:cNvPr id="26" name="Doc Code" descr="casecode"/>
          <p:cNvSpPr txBox="1">
            <a:spLocks noChangeArrowheads="1"/>
          </p:cNvSpPr>
          <p:nvPr/>
        </p:nvSpPr>
        <p:spPr bwMode="auto">
          <a:xfrm>
            <a:off x="1643367" y="6469664"/>
            <a:ext cx="2160848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defRPr sz="900" b="0" smtClean="0"/>
            </a:lvl1pPr>
          </a:lstStyle>
          <a:p>
            <a:pPr algn="l" defTabSz="914239" eaLnBrk="1" hangingPunct="1">
              <a:lnSpc>
                <a:spcPct val="90000"/>
              </a:lnSpc>
              <a:defRPr/>
            </a:pPr>
            <a:r>
              <a:rPr lang="de-DE" sz="1000" noProof="1">
                <a:solidFill>
                  <a:srgbClr val="000000"/>
                </a:solidFill>
                <a:latin typeface="Calibri"/>
                <a:cs typeface="+mn-cs"/>
                <a:sym typeface="+mn-lt"/>
              </a:rPr>
              <a:t>PowerPoint_Master_Neues_CD_Vxx.pptx</a:t>
            </a:r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656770" y="1946978"/>
            <a:ext cx="584200" cy="4393008"/>
            <a:chOff x="-656770" y="1854003"/>
            <a:chExt cx="584200" cy="4485983"/>
          </a:xfrm>
        </p:grpSpPr>
        <p:cxnSp>
          <p:nvCxnSpPr>
            <p:cNvPr id="27" name="Straight Connector 26"/>
            <p:cNvCxnSpPr/>
            <p:nvPr userDrawn="1"/>
          </p:nvCxnSpPr>
          <p:spPr>
            <a:xfrm>
              <a:off x="-656770" y="1854003"/>
              <a:ext cx="584200" cy="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-656770" y="6339986"/>
              <a:ext cx="584200" cy="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/>
          <p:cNvGrpSpPr/>
          <p:nvPr userDrawn="1"/>
        </p:nvGrpSpPr>
        <p:grpSpPr>
          <a:xfrm>
            <a:off x="12274131" y="1946978"/>
            <a:ext cx="584200" cy="4393008"/>
            <a:chOff x="-656770" y="1854003"/>
            <a:chExt cx="584200" cy="4485983"/>
          </a:xfrm>
        </p:grpSpPr>
        <p:cxnSp>
          <p:nvCxnSpPr>
            <p:cNvPr id="30" name="Straight Connector 29"/>
            <p:cNvCxnSpPr/>
            <p:nvPr userDrawn="1"/>
          </p:nvCxnSpPr>
          <p:spPr>
            <a:xfrm>
              <a:off x="-656770" y="1854003"/>
              <a:ext cx="584200" cy="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-656770" y="6339986"/>
              <a:ext cx="584200" cy="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Straight Connector 31"/>
          <p:cNvCxnSpPr/>
          <p:nvPr userDrawn="1"/>
        </p:nvCxnSpPr>
        <p:spPr>
          <a:xfrm flipV="1">
            <a:off x="567590" y="-464458"/>
            <a:ext cx="0" cy="391886"/>
          </a:xfrm>
          <a:prstGeom prst="line">
            <a:avLst/>
          </a:prstGeom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 userDrawn="1"/>
        </p:nvCxnSpPr>
        <p:spPr>
          <a:xfrm flipV="1">
            <a:off x="11634278" y="-464458"/>
            <a:ext cx="0" cy="391886"/>
          </a:xfrm>
          <a:prstGeom prst="line">
            <a:avLst/>
          </a:prstGeom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Bild 11"/>
          <p:cNvPicPr>
            <a:picLocks noChangeAspect="1"/>
          </p:cNvPicPr>
          <p:nvPr userDrawn="1"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32" t="11976" r="4077" b="13036"/>
          <a:stretch/>
        </p:blipFill>
        <p:spPr>
          <a:xfrm>
            <a:off x="1059224" y="6480665"/>
            <a:ext cx="284556" cy="99595"/>
          </a:xfrm>
          <a:prstGeom prst="rect">
            <a:avLst/>
          </a:prstGeom>
        </p:spPr>
      </p:pic>
      <p:sp>
        <p:nvSpPr>
          <p:cNvPr id="35" name="Doc Code" descr="casecode"/>
          <p:cNvSpPr txBox="1">
            <a:spLocks noChangeArrowheads="1"/>
          </p:cNvSpPr>
          <p:nvPr userDrawn="1"/>
        </p:nvSpPr>
        <p:spPr bwMode="auto">
          <a:xfrm>
            <a:off x="1643367" y="6469664"/>
            <a:ext cx="2160848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defRPr sz="900" b="0" smtClean="0"/>
            </a:lvl1pPr>
          </a:lstStyle>
          <a:p>
            <a:pPr algn="l" defTabSz="914239" eaLnBrk="1" hangingPunct="1">
              <a:lnSpc>
                <a:spcPct val="90000"/>
              </a:lnSpc>
              <a:defRPr/>
            </a:pPr>
            <a:r>
              <a:rPr lang="de-DE" sz="1000" noProof="1">
                <a:solidFill>
                  <a:srgbClr val="000000"/>
                </a:solidFill>
                <a:latin typeface="Calibri"/>
                <a:cs typeface="+mn-cs"/>
                <a:sym typeface="+mn-lt"/>
              </a:rPr>
              <a:t>PowerPoint_Master_Neues_CD_Vxx.pptx</a:t>
            </a:r>
          </a:p>
        </p:txBody>
      </p:sp>
    </p:spTree>
    <p:extLst>
      <p:ext uri="{BB962C8B-B14F-4D97-AF65-F5344CB8AC3E}">
        <p14:creationId xmlns:p14="http://schemas.microsoft.com/office/powerpoint/2010/main" val="425242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hdr="0" dt="0"/>
  <p:txStyles>
    <p:titleStyle>
      <a:lvl1pPr algn="l" defTabSz="914239" rtl="0" eaLnBrk="1" latinLnBrk="0" hangingPunct="1">
        <a:lnSpc>
          <a:spcPct val="93000"/>
        </a:lnSpc>
        <a:spcBef>
          <a:spcPct val="0"/>
        </a:spcBef>
        <a:buNone/>
        <a:defRPr lang="en-US" sz="3600" b="1" kern="1200" baseline="0" dirty="0">
          <a:solidFill>
            <a:schemeClr val="tx1"/>
          </a:solidFill>
          <a:latin typeface="+mj-lt"/>
          <a:ea typeface="+mj-ea"/>
          <a:cs typeface="+mj-cs"/>
          <a:sym typeface="+mn-lt"/>
        </a:defRPr>
      </a:lvl1pPr>
    </p:titleStyle>
    <p:bodyStyle>
      <a:lvl1pPr marL="0" indent="0" algn="l" defTabSz="914239" rtl="0" eaLnBrk="1" latinLnBrk="0" hangingPunct="1">
        <a:lnSpc>
          <a:spcPct val="93000"/>
        </a:lnSpc>
        <a:spcBef>
          <a:spcPts val="0"/>
        </a:spcBef>
        <a:buFont typeface="Arial Narrow" pitchFamily="34" charset="0"/>
        <a:buNone/>
        <a:defRPr lang="en-US" sz="1800" b="0" i="0" kern="1200" baseline="0" dirty="0" smtClean="0">
          <a:solidFill>
            <a:schemeClr val="tx1"/>
          </a:solidFill>
          <a:latin typeface="+mn-lt"/>
          <a:ea typeface="+mn-ea"/>
          <a:cs typeface="+mn-cs"/>
          <a:sym typeface="+mn-lt"/>
        </a:defRPr>
      </a:lvl1pPr>
      <a:lvl2pPr marL="230360" indent="-230360" algn="l" defTabSz="914239" rtl="0" eaLnBrk="1" latinLnBrk="0" hangingPunct="1">
        <a:lnSpc>
          <a:spcPct val="93000"/>
        </a:lnSpc>
        <a:spcBef>
          <a:spcPts val="1200"/>
        </a:spcBef>
        <a:buClr>
          <a:schemeClr val="tx1"/>
        </a:buClr>
        <a:buFont typeface="Arial" panose="020B0604020202020204" pitchFamily="34" charset="0"/>
        <a:buChar char="•"/>
        <a:defRPr lang="en-US" sz="1800" b="0" kern="1200" dirty="0" smtClean="0">
          <a:solidFill>
            <a:schemeClr val="tx1"/>
          </a:solidFill>
          <a:latin typeface="+mn-lt"/>
          <a:ea typeface="+mn-ea"/>
          <a:cs typeface="+mn-cs"/>
          <a:sym typeface="+mn-lt"/>
        </a:defRPr>
      </a:lvl2pPr>
      <a:lvl3pPr marL="482315" indent="-233959" algn="l" defTabSz="914239" rtl="0" eaLnBrk="1" latinLnBrk="0" hangingPunct="1">
        <a:lnSpc>
          <a:spcPct val="93000"/>
        </a:lnSpc>
        <a:spcBef>
          <a:spcPts val="400"/>
        </a:spcBef>
        <a:buClr>
          <a:schemeClr val="accent3"/>
        </a:buClr>
        <a:buFont typeface="Arial" panose="020B0604020202020204" pitchFamily="34" charset="0"/>
        <a:buChar char="•"/>
        <a:defRPr lang="en-US" sz="1800" b="0" kern="1200" dirty="0" smtClean="0">
          <a:solidFill>
            <a:schemeClr val="tx1"/>
          </a:solidFill>
          <a:latin typeface="+mn-lt"/>
          <a:ea typeface="+mn-ea"/>
          <a:cs typeface="+mn-cs"/>
          <a:sym typeface="+mn-lt"/>
        </a:defRPr>
      </a:lvl3pPr>
      <a:lvl4pPr marL="698277" indent="-201565" algn="l" defTabSz="914239" rtl="0" eaLnBrk="1" latinLnBrk="0" hangingPunct="1">
        <a:lnSpc>
          <a:spcPct val="93000"/>
        </a:lnSpc>
        <a:spcBef>
          <a:spcPts val="200"/>
        </a:spcBef>
        <a:buClr>
          <a:schemeClr val="accent3"/>
        </a:buClr>
        <a:buFont typeface="Arial" panose="020B0604020202020204" pitchFamily="34" charset="0"/>
        <a:buChar char="•"/>
        <a:defRPr lang="en-US" sz="1800" b="0" kern="1200" dirty="0">
          <a:solidFill>
            <a:schemeClr val="tx1"/>
          </a:solidFill>
          <a:latin typeface="+mn-lt"/>
          <a:ea typeface="+mn-ea"/>
          <a:cs typeface="+mn-cs"/>
          <a:sym typeface="+mn-lt"/>
        </a:defRPr>
      </a:lvl4pPr>
      <a:lvl5pPr marL="698277" indent="0" algn="l" defTabSz="914239" rtl="0" eaLnBrk="1" latinLnBrk="0" hangingPunct="1">
        <a:lnSpc>
          <a:spcPct val="93000"/>
        </a:lnSpc>
        <a:spcBef>
          <a:spcPts val="0"/>
        </a:spcBef>
        <a:buFont typeface="Arial Narrow" pitchFamily="34" charset="0"/>
        <a:buNone/>
        <a:defRPr sz="1699" kern="1200">
          <a:solidFill>
            <a:schemeClr val="tx1"/>
          </a:solidFill>
          <a:latin typeface="Arial Narrow" pitchFamily="34" charset="0"/>
          <a:ea typeface="+mn-ea"/>
          <a:cs typeface="+mn-cs"/>
        </a:defRPr>
      </a:lvl5pPr>
      <a:lvl6pPr marL="2514157" indent="-228560" algn="l" defTabSz="914239" rtl="0" eaLnBrk="1" latinLnBrk="0" hangingPunct="1">
        <a:spcBef>
          <a:spcPct val="20000"/>
        </a:spcBef>
        <a:buFont typeface="Arial Narrow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76" indent="-228560" algn="l" defTabSz="914239" rtl="0" eaLnBrk="1" latinLnBrk="0" hangingPunct="1">
        <a:spcBef>
          <a:spcPct val="20000"/>
        </a:spcBef>
        <a:buFont typeface="Arial Narrow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95" indent="-228560" algn="l" defTabSz="914239" rtl="0" eaLnBrk="1" latinLnBrk="0" hangingPunct="1">
        <a:spcBef>
          <a:spcPct val="20000"/>
        </a:spcBef>
        <a:buFont typeface="Arial Narrow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15" indent="-228560" algn="l" defTabSz="914239" rtl="0" eaLnBrk="1" latinLnBrk="0" hangingPunct="1">
        <a:spcBef>
          <a:spcPct val="20000"/>
        </a:spcBef>
        <a:buFont typeface="Arial Narrow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20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39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58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78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97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17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836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54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!!!Do not delete this th-style object!!!!" hidden="1"/>
          <p:cNvGraphicFramePr>
            <a:graphicFrameLocks noChangeAspect="1"/>
          </p:cNvGraphicFramePr>
          <p:nvPr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1107391775"/>
              </p:ext>
            </p:extLst>
          </p:nvPr>
        </p:nvGraphicFramePr>
        <p:xfrm>
          <a:off x="1957" y="1592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6" imgW="270" imgH="270" progId="TCLayout.ActiveDocument.1">
                  <p:embed/>
                </p:oleObj>
              </mc:Choice>
              <mc:Fallback>
                <p:oleObj name="think-cell Folie" r:id="rId16" imgW="270" imgH="270" progId="TCLayout.ActiveDocument.1">
                  <p:embed/>
                  <p:pic>
                    <p:nvPicPr>
                      <p:cNvPr id="4" name="!!!Do not delete this th-style object!!!!" hidden="1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957" y="1592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Slide Number"/>
          <p:cNvSpPr txBox="1">
            <a:spLocks noChangeArrowheads="1"/>
          </p:cNvSpPr>
          <p:nvPr/>
        </p:nvSpPr>
        <p:spPr bwMode="auto">
          <a:xfrm>
            <a:off x="572862" y="6469177"/>
            <a:ext cx="246862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sz="900" b="0" smtClean="0"/>
            </a:lvl1pPr>
          </a:lstStyle>
          <a:p>
            <a:pPr marL="0" marR="0" lvl="0" indent="0" algn="l" defTabSz="914239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A7B471-74A3-4F5F-8955-6C99E2375CAC}" type="slidenum">
              <a:rPr kumimoji="0" lang="de-DE" sz="10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lt"/>
              </a:rPr>
              <a:pPr marL="0" marR="0" lvl="0" indent="0" algn="l" defTabSz="914239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sz="1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57" name="Source" hidden="1"/>
          <p:cNvSpPr txBox="1"/>
          <p:nvPr/>
        </p:nvSpPr>
        <p:spPr>
          <a:xfrm>
            <a:off x="572666" y="6132742"/>
            <a:ext cx="561051" cy="138499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0" tIns="0" rIns="0" bIns="0" rtlCol="0" anchor="b" anchorCtr="0">
            <a:spAutoFit/>
          </a:bodyPr>
          <a:lstStyle/>
          <a:p>
            <a:pPr>
              <a:lnSpc>
                <a:spcPct val="90000"/>
              </a:lnSpc>
              <a:buSzPct val="100000"/>
            </a:pPr>
            <a:r>
              <a:rPr lang="de-DE" sz="1000" b="0" i="1">
                <a:solidFill>
                  <a:schemeClr val="tx1"/>
                </a:solidFill>
                <a:latin typeface="+mn-lt"/>
                <a:cs typeface="+mn-cs"/>
                <a:sym typeface="+mn-lt"/>
              </a:rPr>
              <a:t>Quelle: xxx</a:t>
            </a:r>
          </a:p>
        </p:txBody>
      </p:sp>
      <p:sp>
        <p:nvSpPr>
          <p:cNvPr id="56" name="Notes" hidden="1"/>
          <p:cNvSpPr txBox="1"/>
          <p:nvPr/>
        </p:nvSpPr>
        <p:spPr>
          <a:xfrm>
            <a:off x="568158" y="5937088"/>
            <a:ext cx="301365" cy="138499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0" tIns="0" rIns="0" bIns="0" rtlCol="0" anchor="b" anchorCtr="0">
            <a:spAutoFit/>
          </a:bodyPr>
          <a:lstStyle/>
          <a:p>
            <a:pPr>
              <a:lnSpc>
                <a:spcPct val="90000"/>
              </a:lnSpc>
              <a:buSzPct val="100000"/>
            </a:pPr>
            <a:r>
              <a:rPr lang="de-DE" sz="1000" b="0" i="1">
                <a:solidFill>
                  <a:schemeClr val="tx1"/>
                </a:solidFill>
                <a:latin typeface="+mn-lt"/>
                <a:cs typeface="+mn-cs"/>
                <a:sym typeface="+mn-lt"/>
              </a:rPr>
              <a:t>1) xxx</a:t>
            </a:r>
          </a:p>
        </p:txBody>
      </p:sp>
      <p:grpSp>
        <p:nvGrpSpPr>
          <p:cNvPr id="5" name="Legend" hidden="1"/>
          <p:cNvGrpSpPr/>
          <p:nvPr/>
        </p:nvGrpSpPr>
        <p:grpSpPr>
          <a:xfrm>
            <a:off x="567590" y="5679871"/>
            <a:ext cx="744813" cy="146050"/>
            <a:chOff x="738189" y="6195259"/>
            <a:chExt cx="605159" cy="146050"/>
          </a:xfrm>
        </p:grpSpPr>
        <p:sp>
          <p:nvSpPr>
            <p:cNvPr id="49" name="LegendIcon"/>
            <p:cNvSpPr/>
            <p:nvPr/>
          </p:nvSpPr>
          <p:spPr>
            <a:xfrm>
              <a:off x="738189" y="6195259"/>
              <a:ext cx="215900" cy="146050"/>
            </a:xfrm>
            <a:prstGeom prst="rect">
              <a:avLst/>
            </a:prstGeom>
            <a:noFill/>
            <a:ln w="9525" cap="flat" cmpd="sng" algn="ctr">
              <a:solidFill>
                <a:schemeClr val="accent3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239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99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50" name="LegendText"/>
            <p:cNvSpPr txBox="1"/>
            <p:nvPr/>
          </p:nvSpPr>
          <p:spPr>
            <a:xfrm>
              <a:off x="1035973" y="6196726"/>
              <a:ext cx="307375" cy="13849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none" lIns="0" tIns="0" rIns="0" bIns="0" rtlCol="0" anchor="t" anchorCtr="0">
              <a:spAutoFit/>
            </a:bodyPr>
            <a:lstStyle/>
            <a:p>
              <a:pPr marL="0" marR="0" lvl="0" indent="0" defTabSz="914239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10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lt"/>
                  <a:cs typeface="+mn-cs"/>
                  <a:sym typeface="+mn-lt"/>
                </a:rPr>
                <a:t>Legend</a:t>
              </a:r>
            </a:p>
          </p:txBody>
        </p:sp>
      </p:grpSp>
      <p:sp>
        <p:nvSpPr>
          <p:cNvPr id="51" name="Subtitle" hidden="1"/>
          <p:cNvSpPr txBox="1">
            <a:spLocks/>
          </p:cNvSpPr>
          <p:nvPr/>
        </p:nvSpPr>
        <p:spPr>
          <a:xfrm>
            <a:off x="572862" y="1710003"/>
            <a:ext cx="11066688" cy="2576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93000"/>
              </a:lnSpc>
              <a:buClr>
                <a:schemeClr val="tx1"/>
              </a:buClr>
              <a:buSzPct val="100000"/>
            </a:pPr>
            <a:r>
              <a:rPr lang="de-DE" sz="1800" b="0" err="1">
                <a:solidFill>
                  <a:schemeClr val="tx1"/>
                </a:solidFill>
                <a:latin typeface="+mn-lt"/>
                <a:cs typeface="+mn-cs"/>
                <a:sym typeface="+mn-lt"/>
              </a:rPr>
              <a:t>Subline</a:t>
            </a:r>
            <a:endParaRPr lang="de-DE" sz="1800" b="0">
              <a:solidFill>
                <a:schemeClr val="tx1"/>
              </a:solidFill>
              <a:latin typeface="+mn-lt"/>
              <a:cs typeface="+mn-cs"/>
              <a:sym typeface="+mn-lt"/>
            </a:endParaRPr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572862" y="1946979"/>
            <a:ext cx="11066688" cy="12613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de-DE"/>
              <a:t>Textplatzhalter 18 pt</a:t>
            </a:r>
          </a:p>
          <a:p>
            <a:pPr lvl="1"/>
            <a:r>
              <a:rPr lang="de-DE"/>
              <a:t>Ebene 1</a:t>
            </a:r>
          </a:p>
          <a:p>
            <a:pPr lvl="2"/>
            <a:r>
              <a:rPr lang="de-DE"/>
              <a:t>Ebene 2</a:t>
            </a:r>
          </a:p>
          <a:p>
            <a:pPr lvl="3"/>
            <a:r>
              <a:rPr lang="de-DE"/>
              <a:t>Ebene 3</a:t>
            </a:r>
          </a:p>
        </p:txBody>
      </p:sp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567591" y="757422"/>
            <a:ext cx="11066688" cy="95258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de-DE" noProof="0"/>
              <a:t>Headline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-656770" y="1946978"/>
            <a:ext cx="584200" cy="4393008"/>
            <a:chOff x="-656770" y="1854003"/>
            <a:chExt cx="584200" cy="4485983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-656770" y="1854003"/>
              <a:ext cx="584200" cy="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>
              <a:off x="-656770" y="6339986"/>
              <a:ext cx="584200" cy="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Group 71"/>
          <p:cNvGrpSpPr/>
          <p:nvPr/>
        </p:nvGrpSpPr>
        <p:grpSpPr>
          <a:xfrm>
            <a:off x="12274131" y="1946978"/>
            <a:ext cx="584200" cy="4393008"/>
            <a:chOff x="-656770" y="1854003"/>
            <a:chExt cx="584200" cy="4485983"/>
          </a:xfrm>
        </p:grpSpPr>
        <p:cxnSp>
          <p:nvCxnSpPr>
            <p:cNvPr id="73" name="Straight Connector 72"/>
            <p:cNvCxnSpPr/>
            <p:nvPr/>
          </p:nvCxnSpPr>
          <p:spPr>
            <a:xfrm>
              <a:off x="-656770" y="1854003"/>
              <a:ext cx="584200" cy="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-656770" y="6339986"/>
              <a:ext cx="584200" cy="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" name="Straight Connector 16"/>
          <p:cNvCxnSpPr/>
          <p:nvPr/>
        </p:nvCxnSpPr>
        <p:spPr>
          <a:xfrm flipV="1">
            <a:off x="567590" y="-464458"/>
            <a:ext cx="0" cy="391886"/>
          </a:xfrm>
          <a:prstGeom prst="line">
            <a:avLst/>
          </a:prstGeom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 flipV="1">
            <a:off x="11634278" y="-464458"/>
            <a:ext cx="0" cy="391886"/>
          </a:xfrm>
          <a:prstGeom prst="line">
            <a:avLst/>
          </a:prstGeom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Bild 11"/>
          <p:cNvPicPr>
            <a:picLocks noChangeAspect="1"/>
          </p:cNvPicPr>
          <p:nvPr/>
        </p:nvPicPr>
        <p:blipFill rotWithShape="1"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532" t="11976" r="4077" b="13036"/>
          <a:stretch/>
        </p:blipFill>
        <p:spPr>
          <a:xfrm>
            <a:off x="1059224" y="6480665"/>
            <a:ext cx="284556" cy="99595"/>
          </a:xfrm>
          <a:prstGeom prst="rect">
            <a:avLst/>
          </a:prstGeom>
        </p:spPr>
      </p:pic>
      <p:grpSp>
        <p:nvGrpSpPr>
          <p:cNvPr id="24" name="Group 23"/>
          <p:cNvGrpSpPr/>
          <p:nvPr userDrawn="1"/>
        </p:nvGrpSpPr>
        <p:grpSpPr>
          <a:xfrm>
            <a:off x="-656770" y="1946978"/>
            <a:ext cx="584200" cy="4393008"/>
            <a:chOff x="-656770" y="1854003"/>
            <a:chExt cx="584200" cy="4485983"/>
          </a:xfrm>
        </p:grpSpPr>
        <p:cxnSp>
          <p:nvCxnSpPr>
            <p:cNvPr id="27" name="Straight Connector 26"/>
            <p:cNvCxnSpPr/>
            <p:nvPr userDrawn="1"/>
          </p:nvCxnSpPr>
          <p:spPr>
            <a:xfrm>
              <a:off x="-656770" y="1854003"/>
              <a:ext cx="584200" cy="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-656770" y="6339986"/>
              <a:ext cx="584200" cy="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/>
          <p:cNvGrpSpPr/>
          <p:nvPr userDrawn="1"/>
        </p:nvGrpSpPr>
        <p:grpSpPr>
          <a:xfrm>
            <a:off x="12274131" y="1946978"/>
            <a:ext cx="584200" cy="4393008"/>
            <a:chOff x="-656770" y="1854003"/>
            <a:chExt cx="584200" cy="4485983"/>
          </a:xfrm>
        </p:grpSpPr>
        <p:cxnSp>
          <p:nvCxnSpPr>
            <p:cNvPr id="30" name="Straight Connector 29"/>
            <p:cNvCxnSpPr/>
            <p:nvPr userDrawn="1"/>
          </p:nvCxnSpPr>
          <p:spPr>
            <a:xfrm>
              <a:off x="-656770" y="1854003"/>
              <a:ext cx="584200" cy="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-656770" y="6339986"/>
              <a:ext cx="584200" cy="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Straight Connector 31"/>
          <p:cNvCxnSpPr/>
          <p:nvPr userDrawn="1"/>
        </p:nvCxnSpPr>
        <p:spPr>
          <a:xfrm flipV="1">
            <a:off x="567590" y="-464458"/>
            <a:ext cx="0" cy="391886"/>
          </a:xfrm>
          <a:prstGeom prst="line">
            <a:avLst/>
          </a:prstGeom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 userDrawn="1"/>
        </p:nvCxnSpPr>
        <p:spPr>
          <a:xfrm flipV="1">
            <a:off x="11634278" y="-464458"/>
            <a:ext cx="0" cy="391886"/>
          </a:xfrm>
          <a:prstGeom prst="line">
            <a:avLst/>
          </a:prstGeom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Bild 11"/>
          <p:cNvPicPr>
            <a:picLocks noChangeAspect="1"/>
          </p:cNvPicPr>
          <p:nvPr userDrawn="1"/>
        </p:nvPicPr>
        <p:blipFill rotWithShape="1"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532" t="11976" r="4077" b="13036"/>
          <a:stretch/>
        </p:blipFill>
        <p:spPr>
          <a:xfrm>
            <a:off x="1059224" y="6480665"/>
            <a:ext cx="284556" cy="99595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EE3162FD-7075-9D79-6637-F20750C80FF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71337" y="63500"/>
            <a:ext cx="47783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Intern -</a:t>
            </a:r>
          </a:p>
        </p:txBody>
      </p:sp>
    </p:spTree>
    <p:extLst>
      <p:ext uri="{BB962C8B-B14F-4D97-AF65-F5344CB8AC3E}">
        <p14:creationId xmlns:p14="http://schemas.microsoft.com/office/powerpoint/2010/main" val="4282762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  <p:hf hdr="0" dt="0"/>
  <p:txStyles>
    <p:titleStyle>
      <a:lvl1pPr algn="l" defTabSz="914239" rtl="0" eaLnBrk="1" latinLnBrk="0" hangingPunct="1">
        <a:lnSpc>
          <a:spcPct val="93000"/>
        </a:lnSpc>
        <a:spcBef>
          <a:spcPct val="0"/>
        </a:spcBef>
        <a:buNone/>
        <a:defRPr lang="en-US" sz="3600" b="1" kern="1200" baseline="0" dirty="0">
          <a:solidFill>
            <a:schemeClr val="tx1"/>
          </a:solidFill>
          <a:latin typeface="+mj-lt"/>
          <a:ea typeface="+mj-ea"/>
          <a:cs typeface="+mj-cs"/>
          <a:sym typeface="+mn-lt"/>
        </a:defRPr>
      </a:lvl1pPr>
    </p:titleStyle>
    <p:bodyStyle>
      <a:lvl1pPr marL="0" indent="0" algn="l" defTabSz="914239" rtl="0" eaLnBrk="1" latinLnBrk="0" hangingPunct="1">
        <a:lnSpc>
          <a:spcPct val="93000"/>
        </a:lnSpc>
        <a:spcBef>
          <a:spcPts val="0"/>
        </a:spcBef>
        <a:buFont typeface="Arial Narrow" pitchFamily="34" charset="0"/>
        <a:buNone/>
        <a:defRPr lang="en-US" sz="1800" b="0" i="0" kern="1200" baseline="0" dirty="0" smtClean="0">
          <a:solidFill>
            <a:schemeClr val="tx1"/>
          </a:solidFill>
          <a:latin typeface="+mn-lt"/>
          <a:ea typeface="+mn-ea"/>
          <a:cs typeface="+mn-cs"/>
          <a:sym typeface="+mn-lt"/>
        </a:defRPr>
      </a:lvl1pPr>
      <a:lvl2pPr marL="230360" indent="-230360" algn="l" defTabSz="914239" rtl="0" eaLnBrk="1" latinLnBrk="0" hangingPunct="1">
        <a:lnSpc>
          <a:spcPct val="93000"/>
        </a:lnSpc>
        <a:spcBef>
          <a:spcPts val="1200"/>
        </a:spcBef>
        <a:buClr>
          <a:schemeClr val="tx1"/>
        </a:buClr>
        <a:buFont typeface="Arial" panose="020B0604020202020204" pitchFamily="34" charset="0"/>
        <a:buChar char="•"/>
        <a:defRPr lang="en-US" sz="1800" b="0" kern="1200" dirty="0" smtClean="0">
          <a:solidFill>
            <a:schemeClr val="tx1"/>
          </a:solidFill>
          <a:latin typeface="+mn-lt"/>
          <a:ea typeface="+mn-ea"/>
          <a:cs typeface="+mn-cs"/>
          <a:sym typeface="+mn-lt"/>
        </a:defRPr>
      </a:lvl2pPr>
      <a:lvl3pPr marL="482315" indent="-233959" algn="l" defTabSz="914239" rtl="0" eaLnBrk="1" latinLnBrk="0" hangingPunct="1">
        <a:lnSpc>
          <a:spcPct val="93000"/>
        </a:lnSpc>
        <a:spcBef>
          <a:spcPts val="400"/>
        </a:spcBef>
        <a:buClr>
          <a:schemeClr val="accent3"/>
        </a:buClr>
        <a:buFont typeface="Arial" panose="020B0604020202020204" pitchFamily="34" charset="0"/>
        <a:buChar char="•"/>
        <a:defRPr lang="en-US" sz="1800" b="0" kern="1200" dirty="0" smtClean="0">
          <a:solidFill>
            <a:schemeClr val="tx1"/>
          </a:solidFill>
          <a:latin typeface="+mn-lt"/>
          <a:ea typeface="+mn-ea"/>
          <a:cs typeface="+mn-cs"/>
          <a:sym typeface="+mn-lt"/>
        </a:defRPr>
      </a:lvl3pPr>
      <a:lvl4pPr marL="698277" indent="-201565" algn="l" defTabSz="914239" rtl="0" eaLnBrk="1" latinLnBrk="0" hangingPunct="1">
        <a:lnSpc>
          <a:spcPct val="93000"/>
        </a:lnSpc>
        <a:spcBef>
          <a:spcPts val="200"/>
        </a:spcBef>
        <a:buClr>
          <a:schemeClr val="accent3"/>
        </a:buClr>
        <a:buFont typeface="Arial" panose="020B0604020202020204" pitchFamily="34" charset="0"/>
        <a:buChar char="•"/>
        <a:defRPr lang="en-US" sz="1800" b="0" kern="1200" dirty="0">
          <a:solidFill>
            <a:schemeClr val="tx1"/>
          </a:solidFill>
          <a:latin typeface="+mn-lt"/>
          <a:ea typeface="+mn-ea"/>
          <a:cs typeface="+mn-cs"/>
          <a:sym typeface="+mn-lt"/>
        </a:defRPr>
      </a:lvl4pPr>
      <a:lvl5pPr marL="698277" indent="0" algn="l" defTabSz="914239" rtl="0" eaLnBrk="1" latinLnBrk="0" hangingPunct="1">
        <a:lnSpc>
          <a:spcPct val="93000"/>
        </a:lnSpc>
        <a:spcBef>
          <a:spcPts val="0"/>
        </a:spcBef>
        <a:buFont typeface="Arial Narrow" pitchFamily="34" charset="0"/>
        <a:buNone/>
        <a:defRPr sz="1699" kern="1200">
          <a:solidFill>
            <a:schemeClr val="tx1"/>
          </a:solidFill>
          <a:latin typeface="Arial Narrow" pitchFamily="34" charset="0"/>
          <a:ea typeface="+mn-ea"/>
          <a:cs typeface="+mn-cs"/>
        </a:defRPr>
      </a:lvl5pPr>
      <a:lvl6pPr marL="2514157" indent="-228560" algn="l" defTabSz="914239" rtl="0" eaLnBrk="1" latinLnBrk="0" hangingPunct="1">
        <a:spcBef>
          <a:spcPct val="20000"/>
        </a:spcBef>
        <a:buFont typeface="Arial Narrow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76" indent="-228560" algn="l" defTabSz="914239" rtl="0" eaLnBrk="1" latinLnBrk="0" hangingPunct="1">
        <a:spcBef>
          <a:spcPct val="20000"/>
        </a:spcBef>
        <a:buFont typeface="Arial Narrow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95" indent="-228560" algn="l" defTabSz="914239" rtl="0" eaLnBrk="1" latinLnBrk="0" hangingPunct="1">
        <a:spcBef>
          <a:spcPct val="20000"/>
        </a:spcBef>
        <a:buFont typeface="Arial Narrow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15" indent="-228560" algn="l" defTabSz="914239" rtl="0" eaLnBrk="1" latinLnBrk="0" hangingPunct="1">
        <a:spcBef>
          <a:spcPct val="20000"/>
        </a:spcBef>
        <a:buFont typeface="Arial Narrow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20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39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58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78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97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17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836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54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!!!Do not delete this th-style object!!!!" hidden="1"/>
          <p:cNvGraphicFramePr>
            <a:graphicFrameLocks noChangeAspect="1"/>
          </p:cNvGraphicFramePr>
          <p:nvPr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1685017485"/>
              </p:ext>
            </p:extLst>
          </p:nvPr>
        </p:nvGraphicFramePr>
        <p:xfrm>
          <a:off x="1957" y="1592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270" imgH="270" progId="TCLayout.ActiveDocument.1">
                  <p:embed/>
                </p:oleObj>
              </mc:Choice>
              <mc:Fallback>
                <p:oleObj name="think-cell Slide" r:id="rId16" imgW="270" imgH="270" progId="TCLayout.ActiveDocument.1">
                  <p:embed/>
                  <p:pic>
                    <p:nvPicPr>
                      <p:cNvPr id="4" name="!!!Do not delete this th-style object!!!!" hidden="1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957" y="1592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Slide Number"/>
          <p:cNvSpPr txBox="1">
            <a:spLocks noChangeArrowheads="1"/>
          </p:cNvSpPr>
          <p:nvPr/>
        </p:nvSpPr>
        <p:spPr bwMode="auto">
          <a:xfrm>
            <a:off x="572862" y="6469177"/>
            <a:ext cx="246862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sz="900" b="0" smtClean="0"/>
            </a:lvl1pPr>
          </a:lstStyle>
          <a:p>
            <a:pPr marL="0" marR="0" lvl="0" indent="0" algn="l" defTabSz="914239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A7B471-74A3-4F5F-8955-6C99E2375CAC}" type="slidenum">
              <a:rPr kumimoji="0" lang="de-DE" sz="10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lt"/>
              </a:rPr>
              <a:pPr marL="0" marR="0" lvl="0" indent="0" algn="l" defTabSz="914239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sz="1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57" name="Source" hidden="1"/>
          <p:cNvSpPr txBox="1"/>
          <p:nvPr/>
        </p:nvSpPr>
        <p:spPr>
          <a:xfrm>
            <a:off x="572666" y="6132742"/>
            <a:ext cx="561051" cy="138499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0" tIns="0" rIns="0" bIns="0" rtlCol="0" anchor="b" anchorCtr="0">
            <a:spAutoFit/>
          </a:bodyPr>
          <a:lstStyle/>
          <a:p>
            <a:pPr>
              <a:lnSpc>
                <a:spcPct val="90000"/>
              </a:lnSpc>
              <a:buSzPct val="100000"/>
            </a:pPr>
            <a:r>
              <a:rPr lang="de-DE" sz="1000" b="0" i="1">
                <a:solidFill>
                  <a:schemeClr val="tx1"/>
                </a:solidFill>
                <a:latin typeface="+mn-lt"/>
                <a:cs typeface="+mn-cs"/>
                <a:sym typeface="+mn-lt"/>
              </a:rPr>
              <a:t>Quelle: xxx</a:t>
            </a:r>
          </a:p>
        </p:txBody>
      </p:sp>
      <p:sp>
        <p:nvSpPr>
          <p:cNvPr id="56" name="Notes" hidden="1"/>
          <p:cNvSpPr txBox="1"/>
          <p:nvPr/>
        </p:nvSpPr>
        <p:spPr>
          <a:xfrm>
            <a:off x="568158" y="5937088"/>
            <a:ext cx="301365" cy="138499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0" tIns="0" rIns="0" bIns="0" rtlCol="0" anchor="b" anchorCtr="0">
            <a:spAutoFit/>
          </a:bodyPr>
          <a:lstStyle/>
          <a:p>
            <a:pPr>
              <a:lnSpc>
                <a:spcPct val="90000"/>
              </a:lnSpc>
              <a:buSzPct val="100000"/>
            </a:pPr>
            <a:r>
              <a:rPr lang="de-DE" sz="1000" b="0" i="1">
                <a:solidFill>
                  <a:schemeClr val="tx1"/>
                </a:solidFill>
                <a:latin typeface="+mn-lt"/>
                <a:cs typeface="+mn-cs"/>
                <a:sym typeface="+mn-lt"/>
              </a:rPr>
              <a:t>1) xxx</a:t>
            </a:r>
          </a:p>
        </p:txBody>
      </p:sp>
      <p:grpSp>
        <p:nvGrpSpPr>
          <p:cNvPr id="5" name="Legend" hidden="1"/>
          <p:cNvGrpSpPr/>
          <p:nvPr/>
        </p:nvGrpSpPr>
        <p:grpSpPr>
          <a:xfrm>
            <a:off x="567590" y="5679871"/>
            <a:ext cx="744813" cy="146050"/>
            <a:chOff x="738189" y="6195259"/>
            <a:chExt cx="605159" cy="146050"/>
          </a:xfrm>
        </p:grpSpPr>
        <p:sp>
          <p:nvSpPr>
            <p:cNvPr id="49" name="LegendIcon"/>
            <p:cNvSpPr/>
            <p:nvPr/>
          </p:nvSpPr>
          <p:spPr>
            <a:xfrm>
              <a:off x="738189" y="6195259"/>
              <a:ext cx="215900" cy="146050"/>
            </a:xfrm>
            <a:prstGeom prst="rect">
              <a:avLst/>
            </a:prstGeom>
            <a:noFill/>
            <a:ln w="9525" cap="flat" cmpd="sng" algn="ctr">
              <a:solidFill>
                <a:schemeClr val="accent3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239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99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lt"/>
              </a:endParaRPr>
            </a:p>
          </p:txBody>
        </p:sp>
        <p:sp>
          <p:nvSpPr>
            <p:cNvPr id="50" name="LegendText"/>
            <p:cNvSpPr txBox="1"/>
            <p:nvPr/>
          </p:nvSpPr>
          <p:spPr>
            <a:xfrm>
              <a:off x="1035973" y="6196726"/>
              <a:ext cx="307375" cy="13849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none" lIns="0" tIns="0" rIns="0" bIns="0" rtlCol="0" anchor="t" anchorCtr="0">
              <a:spAutoFit/>
            </a:bodyPr>
            <a:lstStyle/>
            <a:p>
              <a:pPr marL="0" marR="0" lvl="0" indent="0" defTabSz="914239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10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lt"/>
                  <a:cs typeface="+mn-cs"/>
                  <a:sym typeface="+mn-lt"/>
                </a:rPr>
                <a:t>Legend</a:t>
              </a:r>
            </a:p>
          </p:txBody>
        </p:sp>
      </p:grpSp>
      <p:sp>
        <p:nvSpPr>
          <p:cNvPr id="51" name="Subtitle" hidden="1"/>
          <p:cNvSpPr txBox="1">
            <a:spLocks/>
          </p:cNvSpPr>
          <p:nvPr/>
        </p:nvSpPr>
        <p:spPr>
          <a:xfrm>
            <a:off x="572862" y="1710003"/>
            <a:ext cx="11066688" cy="2576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93000"/>
              </a:lnSpc>
              <a:buClr>
                <a:schemeClr val="tx1"/>
              </a:buClr>
              <a:buSzPct val="100000"/>
            </a:pPr>
            <a:r>
              <a:rPr lang="de-DE" sz="1800" b="0" err="1">
                <a:solidFill>
                  <a:schemeClr val="tx1"/>
                </a:solidFill>
                <a:latin typeface="+mn-lt"/>
                <a:cs typeface="+mn-cs"/>
                <a:sym typeface="+mn-lt"/>
              </a:rPr>
              <a:t>Subline</a:t>
            </a:r>
            <a:endParaRPr lang="de-DE" sz="1800" b="0">
              <a:solidFill>
                <a:schemeClr val="tx1"/>
              </a:solidFill>
              <a:latin typeface="+mn-lt"/>
              <a:cs typeface="+mn-cs"/>
              <a:sym typeface="+mn-lt"/>
            </a:endParaRPr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572862" y="1946979"/>
            <a:ext cx="11066688" cy="12613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de-DE"/>
              <a:t>Textplatzhalter 18 pt</a:t>
            </a:r>
          </a:p>
          <a:p>
            <a:pPr lvl="1"/>
            <a:r>
              <a:rPr lang="de-DE"/>
              <a:t>Ebene 1</a:t>
            </a:r>
          </a:p>
          <a:p>
            <a:pPr lvl="2"/>
            <a:r>
              <a:rPr lang="de-DE"/>
              <a:t>Ebene 2</a:t>
            </a:r>
          </a:p>
          <a:p>
            <a:pPr lvl="3"/>
            <a:r>
              <a:rPr lang="de-DE"/>
              <a:t>Ebene 3</a:t>
            </a:r>
          </a:p>
        </p:txBody>
      </p:sp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567591" y="757422"/>
            <a:ext cx="11066688" cy="95258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de-DE" noProof="0"/>
              <a:t>Headline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-656770" y="1946978"/>
            <a:ext cx="584200" cy="4393008"/>
            <a:chOff x="-656770" y="1854003"/>
            <a:chExt cx="584200" cy="4485983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-656770" y="1854003"/>
              <a:ext cx="584200" cy="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>
              <a:off x="-656770" y="6339986"/>
              <a:ext cx="584200" cy="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Group 71"/>
          <p:cNvGrpSpPr/>
          <p:nvPr/>
        </p:nvGrpSpPr>
        <p:grpSpPr>
          <a:xfrm>
            <a:off x="12274131" y="1946978"/>
            <a:ext cx="584200" cy="4393008"/>
            <a:chOff x="-656770" y="1854003"/>
            <a:chExt cx="584200" cy="4485983"/>
          </a:xfrm>
        </p:grpSpPr>
        <p:cxnSp>
          <p:nvCxnSpPr>
            <p:cNvPr id="73" name="Straight Connector 72"/>
            <p:cNvCxnSpPr/>
            <p:nvPr/>
          </p:nvCxnSpPr>
          <p:spPr>
            <a:xfrm>
              <a:off x="-656770" y="1854003"/>
              <a:ext cx="584200" cy="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-656770" y="6339986"/>
              <a:ext cx="584200" cy="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" name="Straight Connector 16"/>
          <p:cNvCxnSpPr/>
          <p:nvPr/>
        </p:nvCxnSpPr>
        <p:spPr>
          <a:xfrm flipV="1">
            <a:off x="567590" y="-464458"/>
            <a:ext cx="0" cy="391886"/>
          </a:xfrm>
          <a:prstGeom prst="line">
            <a:avLst/>
          </a:prstGeom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 flipV="1">
            <a:off x="11634278" y="-464458"/>
            <a:ext cx="0" cy="391886"/>
          </a:xfrm>
          <a:prstGeom prst="line">
            <a:avLst/>
          </a:prstGeom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Bild 11"/>
          <p:cNvPicPr>
            <a:picLocks noChangeAspect="1"/>
          </p:cNvPicPr>
          <p:nvPr/>
        </p:nvPicPr>
        <p:blipFill rotWithShape="1"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532" t="11976" r="4077" b="13036"/>
          <a:stretch/>
        </p:blipFill>
        <p:spPr>
          <a:xfrm>
            <a:off x="1059224" y="6480665"/>
            <a:ext cx="284556" cy="99595"/>
          </a:xfrm>
          <a:prstGeom prst="rect">
            <a:avLst/>
          </a:prstGeom>
        </p:spPr>
      </p:pic>
      <p:grpSp>
        <p:nvGrpSpPr>
          <p:cNvPr id="24" name="Group 23"/>
          <p:cNvGrpSpPr/>
          <p:nvPr userDrawn="1"/>
        </p:nvGrpSpPr>
        <p:grpSpPr>
          <a:xfrm>
            <a:off x="-656770" y="1946978"/>
            <a:ext cx="584200" cy="4393008"/>
            <a:chOff x="-656770" y="1854003"/>
            <a:chExt cx="584200" cy="4485983"/>
          </a:xfrm>
        </p:grpSpPr>
        <p:cxnSp>
          <p:nvCxnSpPr>
            <p:cNvPr id="27" name="Straight Connector 26"/>
            <p:cNvCxnSpPr/>
            <p:nvPr userDrawn="1"/>
          </p:nvCxnSpPr>
          <p:spPr>
            <a:xfrm>
              <a:off x="-656770" y="1854003"/>
              <a:ext cx="584200" cy="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-656770" y="6339986"/>
              <a:ext cx="584200" cy="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/>
          <p:cNvGrpSpPr/>
          <p:nvPr userDrawn="1"/>
        </p:nvGrpSpPr>
        <p:grpSpPr>
          <a:xfrm>
            <a:off x="12274131" y="1946978"/>
            <a:ext cx="584200" cy="4393008"/>
            <a:chOff x="-656770" y="1854003"/>
            <a:chExt cx="584200" cy="4485983"/>
          </a:xfrm>
        </p:grpSpPr>
        <p:cxnSp>
          <p:nvCxnSpPr>
            <p:cNvPr id="30" name="Straight Connector 29"/>
            <p:cNvCxnSpPr/>
            <p:nvPr userDrawn="1"/>
          </p:nvCxnSpPr>
          <p:spPr>
            <a:xfrm>
              <a:off x="-656770" y="1854003"/>
              <a:ext cx="584200" cy="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-656770" y="6339986"/>
              <a:ext cx="584200" cy="0"/>
            </a:xfrm>
            <a:prstGeom prst="line">
              <a:avLst/>
            </a:prstGeom>
            <a:ln w="952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Straight Connector 31"/>
          <p:cNvCxnSpPr/>
          <p:nvPr userDrawn="1"/>
        </p:nvCxnSpPr>
        <p:spPr>
          <a:xfrm flipV="1">
            <a:off x="567590" y="-464458"/>
            <a:ext cx="0" cy="391886"/>
          </a:xfrm>
          <a:prstGeom prst="line">
            <a:avLst/>
          </a:prstGeom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 userDrawn="1"/>
        </p:nvCxnSpPr>
        <p:spPr>
          <a:xfrm flipV="1">
            <a:off x="11634278" y="-464458"/>
            <a:ext cx="0" cy="391886"/>
          </a:xfrm>
          <a:prstGeom prst="line">
            <a:avLst/>
          </a:prstGeom>
          <a:ln w="952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Bild 11"/>
          <p:cNvPicPr>
            <a:picLocks noChangeAspect="1"/>
          </p:cNvPicPr>
          <p:nvPr userDrawn="1"/>
        </p:nvPicPr>
        <p:blipFill rotWithShape="1"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532" t="11976" r="4077" b="13036"/>
          <a:stretch/>
        </p:blipFill>
        <p:spPr>
          <a:xfrm>
            <a:off x="1059224" y="6480665"/>
            <a:ext cx="284556" cy="99595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EA6A742E-5A20-09BB-BC6B-340F2B608E5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71337" y="63500"/>
            <a:ext cx="47783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Intern -</a:t>
            </a:r>
          </a:p>
        </p:txBody>
      </p:sp>
    </p:spTree>
    <p:extLst>
      <p:ext uri="{BB962C8B-B14F-4D97-AF65-F5344CB8AC3E}">
        <p14:creationId xmlns:p14="http://schemas.microsoft.com/office/powerpoint/2010/main" val="3277564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</p:sldLayoutIdLst>
  <p:hf hdr="0" dt="0"/>
  <p:txStyles>
    <p:titleStyle>
      <a:lvl1pPr algn="l" defTabSz="914239" rtl="0" eaLnBrk="1" latinLnBrk="0" hangingPunct="1">
        <a:lnSpc>
          <a:spcPct val="93000"/>
        </a:lnSpc>
        <a:spcBef>
          <a:spcPct val="0"/>
        </a:spcBef>
        <a:buNone/>
        <a:defRPr lang="en-US" sz="3600" b="1" kern="1200" baseline="0" dirty="0">
          <a:solidFill>
            <a:schemeClr val="tx1"/>
          </a:solidFill>
          <a:latin typeface="+mj-lt"/>
          <a:ea typeface="+mj-ea"/>
          <a:cs typeface="+mj-cs"/>
          <a:sym typeface="+mn-lt"/>
        </a:defRPr>
      </a:lvl1pPr>
    </p:titleStyle>
    <p:bodyStyle>
      <a:lvl1pPr marL="0" indent="0" algn="l" defTabSz="914239" rtl="0" eaLnBrk="1" latinLnBrk="0" hangingPunct="1">
        <a:lnSpc>
          <a:spcPct val="93000"/>
        </a:lnSpc>
        <a:spcBef>
          <a:spcPts val="0"/>
        </a:spcBef>
        <a:buFont typeface="Arial Narrow" pitchFamily="34" charset="0"/>
        <a:buNone/>
        <a:defRPr lang="en-US" sz="1800" b="0" i="0" kern="1200" baseline="0" dirty="0" smtClean="0">
          <a:solidFill>
            <a:schemeClr val="tx1"/>
          </a:solidFill>
          <a:latin typeface="+mn-lt"/>
          <a:ea typeface="+mn-ea"/>
          <a:cs typeface="+mn-cs"/>
          <a:sym typeface="+mn-lt"/>
        </a:defRPr>
      </a:lvl1pPr>
      <a:lvl2pPr marL="230360" indent="-230360" algn="l" defTabSz="914239" rtl="0" eaLnBrk="1" latinLnBrk="0" hangingPunct="1">
        <a:lnSpc>
          <a:spcPct val="93000"/>
        </a:lnSpc>
        <a:spcBef>
          <a:spcPts val="1200"/>
        </a:spcBef>
        <a:buClr>
          <a:schemeClr val="tx1"/>
        </a:buClr>
        <a:buFont typeface="Arial" panose="020B0604020202020204" pitchFamily="34" charset="0"/>
        <a:buChar char="•"/>
        <a:defRPr lang="en-US" sz="1800" b="0" kern="1200" dirty="0" smtClean="0">
          <a:solidFill>
            <a:schemeClr val="tx1"/>
          </a:solidFill>
          <a:latin typeface="+mn-lt"/>
          <a:ea typeface="+mn-ea"/>
          <a:cs typeface="+mn-cs"/>
          <a:sym typeface="+mn-lt"/>
        </a:defRPr>
      </a:lvl2pPr>
      <a:lvl3pPr marL="482315" indent="-233959" algn="l" defTabSz="914239" rtl="0" eaLnBrk="1" latinLnBrk="0" hangingPunct="1">
        <a:lnSpc>
          <a:spcPct val="93000"/>
        </a:lnSpc>
        <a:spcBef>
          <a:spcPts val="400"/>
        </a:spcBef>
        <a:buClr>
          <a:schemeClr val="accent3"/>
        </a:buClr>
        <a:buFont typeface="Arial" panose="020B0604020202020204" pitchFamily="34" charset="0"/>
        <a:buChar char="•"/>
        <a:defRPr lang="en-US" sz="1800" b="0" kern="1200" dirty="0" smtClean="0">
          <a:solidFill>
            <a:schemeClr val="tx1"/>
          </a:solidFill>
          <a:latin typeface="+mn-lt"/>
          <a:ea typeface="+mn-ea"/>
          <a:cs typeface="+mn-cs"/>
          <a:sym typeface="+mn-lt"/>
        </a:defRPr>
      </a:lvl3pPr>
      <a:lvl4pPr marL="698277" indent="-201565" algn="l" defTabSz="914239" rtl="0" eaLnBrk="1" latinLnBrk="0" hangingPunct="1">
        <a:lnSpc>
          <a:spcPct val="93000"/>
        </a:lnSpc>
        <a:spcBef>
          <a:spcPts val="200"/>
        </a:spcBef>
        <a:buClr>
          <a:schemeClr val="accent3"/>
        </a:buClr>
        <a:buFont typeface="Arial" panose="020B0604020202020204" pitchFamily="34" charset="0"/>
        <a:buChar char="•"/>
        <a:defRPr lang="en-US" sz="1800" b="0" kern="1200" dirty="0">
          <a:solidFill>
            <a:schemeClr val="tx1"/>
          </a:solidFill>
          <a:latin typeface="+mn-lt"/>
          <a:ea typeface="+mn-ea"/>
          <a:cs typeface="+mn-cs"/>
          <a:sym typeface="+mn-lt"/>
        </a:defRPr>
      </a:lvl4pPr>
      <a:lvl5pPr marL="698277" indent="0" algn="l" defTabSz="914239" rtl="0" eaLnBrk="1" latinLnBrk="0" hangingPunct="1">
        <a:lnSpc>
          <a:spcPct val="93000"/>
        </a:lnSpc>
        <a:spcBef>
          <a:spcPts val="0"/>
        </a:spcBef>
        <a:buFont typeface="Arial Narrow" pitchFamily="34" charset="0"/>
        <a:buNone/>
        <a:defRPr sz="1699" kern="1200">
          <a:solidFill>
            <a:schemeClr val="tx1"/>
          </a:solidFill>
          <a:latin typeface="Arial Narrow" pitchFamily="34" charset="0"/>
          <a:ea typeface="+mn-ea"/>
          <a:cs typeface="+mn-cs"/>
        </a:defRPr>
      </a:lvl5pPr>
      <a:lvl6pPr marL="2514157" indent="-228560" algn="l" defTabSz="914239" rtl="0" eaLnBrk="1" latinLnBrk="0" hangingPunct="1">
        <a:spcBef>
          <a:spcPct val="20000"/>
        </a:spcBef>
        <a:buFont typeface="Arial Narrow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76" indent="-228560" algn="l" defTabSz="914239" rtl="0" eaLnBrk="1" latinLnBrk="0" hangingPunct="1">
        <a:spcBef>
          <a:spcPct val="20000"/>
        </a:spcBef>
        <a:buFont typeface="Arial Narrow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95" indent="-228560" algn="l" defTabSz="914239" rtl="0" eaLnBrk="1" latinLnBrk="0" hangingPunct="1">
        <a:spcBef>
          <a:spcPct val="20000"/>
        </a:spcBef>
        <a:buFont typeface="Arial Narrow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15" indent="-228560" algn="l" defTabSz="914239" rtl="0" eaLnBrk="1" latinLnBrk="0" hangingPunct="1">
        <a:spcBef>
          <a:spcPct val="20000"/>
        </a:spcBef>
        <a:buFont typeface="Arial Narrow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20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39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58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78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97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17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836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54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29.xml"/><Relationship Id="rId6" Type="http://schemas.openxmlformats.org/officeDocument/2006/relationships/image" Target="../media/image10.emf"/><Relationship Id="rId5" Type="http://schemas.openxmlformats.org/officeDocument/2006/relationships/image" Target="../media/image3.emf"/><Relationship Id="rId4" Type="http://schemas.openxmlformats.org/officeDocument/2006/relationships/oleObject" Target="../embeddings/oleObject17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9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5.xml"/><Relationship Id="rId1" Type="http://schemas.openxmlformats.org/officeDocument/2006/relationships/tags" Target="../tags/tag130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521" y="2113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9" imgH="360" progId="TCLayout.ActiveDocument.1">
                  <p:embed/>
                </p:oleObj>
              </mc:Choice>
              <mc:Fallback>
                <p:oleObj name="think-cell Slide" r:id="rId4" imgW="359" imgH="36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21" y="2113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hteck 22"/>
          <p:cNvSpPr/>
          <p:nvPr/>
        </p:nvSpPr>
        <p:spPr>
          <a:xfrm>
            <a:off x="422985" y="1702983"/>
            <a:ext cx="6326059" cy="997006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1299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8"/>
          </p:nvPr>
        </p:nvSpPr>
        <p:spPr>
          <a:xfrm>
            <a:off x="422985" y="3239472"/>
            <a:ext cx="6709322" cy="581609"/>
          </a:xfrm>
        </p:spPr>
        <p:txBody>
          <a:bodyPr/>
          <a:lstStyle/>
          <a:p>
            <a:r>
              <a:rPr lang="de-DE" dirty="0"/>
              <a:t>Architekturvorgaben S/4HANA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9486" y="1628751"/>
            <a:ext cx="6237561" cy="924099"/>
          </a:xfrm>
        </p:spPr>
        <p:txBody>
          <a:bodyPr/>
          <a:lstStyle/>
          <a:p>
            <a:r>
              <a:rPr lang="de-DE" sz="4000" dirty="0"/>
              <a:t>Enterprise Services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de-DE" dirty="0"/>
              <a:t>Rainer Schneider, ADAC  |  28. März 2024</a:t>
            </a:r>
          </a:p>
        </p:txBody>
      </p:sp>
      <p:pic>
        <p:nvPicPr>
          <p:cNvPr id="14" name="Bild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77068" y="281281"/>
            <a:ext cx="939656" cy="939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6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195CF-F825-9605-5788-4745F74AE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Rechteck 1033">
            <a:extLst>
              <a:ext uri="{FF2B5EF4-FFF2-40B4-BE49-F238E27FC236}">
                <a16:creationId xmlns:a16="http://schemas.microsoft.com/office/drawing/2014/main" id="{7D3FEA54-6FD5-7E44-7D42-39D91F29D351}"/>
              </a:ext>
            </a:extLst>
          </p:cNvPr>
          <p:cNvSpPr/>
          <p:nvPr/>
        </p:nvSpPr>
        <p:spPr>
          <a:xfrm>
            <a:off x="2016860" y="3083463"/>
            <a:ext cx="9955722" cy="3357678"/>
          </a:xfrm>
          <a:prstGeom prst="rect">
            <a:avLst/>
          </a:prstGeom>
          <a:solidFill>
            <a:srgbClr val="4472C4">
              <a:lumMod val="40000"/>
              <a:lumOff val="60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t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Microsoft Azure</a:t>
            </a:r>
          </a:p>
        </p:txBody>
      </p:sp>
      <p:sp>
        <p:nvSpPr>
          <p:cNvPr id="1035" name="Rechteck 1034">
            <a:extLst>
              <a:ext uri="{FF2B5EF4-FFF2-40B4-BE49-F238E27FC236}">
                <a16:creationId xmlns:a16="http://schemas.microsoft.com/office/drawing/2014/main" id="{20BEC396-D8E7-76BA-E96D-54ADCC9DFAA1}"/>
              </a:ext>
            </a:extLst>
          </p:cNvPr>
          <p:cNvSpPr/>
          <p:nvPr/>
        </p:nvSpPr>
        <p:spPr>
          <a:xfrm>
            <a:off x="2062332" y="3291783"/>
            <a:ext cx="8147378" cy="3030447"/>
          </a:xfrm>
          <a:prstGeom prst="rect">
            <a:avLst/>
          </a:prstGeom>
          <a:solidFill>
            <a:srgbClr val="99CCFF">
              <a:alpha val="75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tIns="36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SAP Private Cloud Edition (PCE)</a:t>
            </a:r>
          </a:p>
        </p:txBody>
      </p:sp>
      <p:sp>
        <p:nvSpPr>
          <p:cNvPr id="208" name="Rechteck 207">
            <a:extLst>
              <a:ext uri="{FF2B5EF4-FFF2-40B4-BE49-F238E27FC236}">
                <a16:creationId xmlns:a16="http://schemas.microsoft.com/office/drawing/2014/main" id="{A239B640-4E98-F803-975E-F85AF53C80FF}"/>
              </a:ext>
            </a:extLst>
          </p:cNvPr>
          <p:cNvSpPr/>
          <p:nvPr/>
        </p:nvSpPr>
        <p:spPr bwMode="gray">
          <a:xfrm>
            <a:off x="2113240" y="4262129"/>
            <a:ext cx="5484131" cy="1991493"/>
          </a:xfrm>
          <a:prstGeom prst="rect">
            <a:avLst/>
          </a:prstGeom>
          <a:solidFill>
            <a:srgbClr val="CCECFF"/>
          </a:solidFill>
          <a:ln w="9525" cmpd="sng" algn="ctr">
            <a:solidFill>
              <a:srgbClr val="3366FF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+mn-ea"/>
              <a:cs typeface="Calibri" charset="0"/>
            </a:endParaRPr>
          </a:p>
        </p:txBody>
      </p:sp>
      <p:sp>
        <p:nvSpPr>
          <p:cNvPr id="209" name="Rechteck 208">
            <a:extLst>
              <a:ext uri="{FF2B5EF4-FFF2-40B4-BE49-F238E27FC236}">
                <a16:creationId xmlns:a16="http://schemas.microsoft.com/office/drawing/2014/main" id="{9AE16E82-D831-E875-E090-8BEF4DCF09FA}"/>
              </a:ext>
            </a:extLst>
          </p:cNvPr>
          <p:cNvSpPr/>
          <p:nvPr/>
        </p:nvSpPr>
        <p:spPr bwMode="gray">
          <a:xfrm>
            <a:off x="2113239" y="4257555"/>
            <a:ext cx="5484132" cy="180000"/>
          </a:xfrm>
          <a:prstGeom prst="rect">
            <a:avLst/>
          </a:prstGeom>
          <a:solidFill>
            <a:srgbClr val="3399FF"/>
          </a:solidFill>
          <a:ln w="9525" cmpd="sng" algn="ctr">
            <a:solidFill>
              <a:srgbClr val="3366FF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11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rPr>
              <a:t>SAP S/4HANA ERP</a:t>
            </a:r>
          </a:p>
        </p:txBody>
      </p:sp>
      <p:grpSp>
        <p:nvGrpSpPr>
          <p:cNvPr id="392" name="Gruppieren 391">
            <a:extLst>
              <a:ext uri="{FF2B5EF4-FFF2-40B4-BE49-F238E27FC236}">
                <a16:creationId xmlns:a16="http://schemas.microsoft.com/office/drawing/2014/main" id="{E0AA4734-50A1-055A-AAB0-D7AD89510EA1}"/>
              </a:ext>
            </a:extLst>
          </p:cNvPr>
          <p:cNvGrpSpPr/>
          <p:nvPr/>
        </p:nvGrpSpPr>
        <p:grpSpPr>
          <a:xfrm>
            <a:off x="2202832" y="4503890"/>
            <a:ext cx="609518" cy="191716"/>
            <a:chOff x="2522394" y="3700576"/>
            <a:chExt cx="609518" cy="191716"/>
          </a:xfrm>
        </p:grpSpPr>
        <p:sp>
          <p:nvSpPr>
            <p:cNvPr id="249" name="Rechteck 248">
              <a:extLst>
                <a:ext uri="{FF2B5EF4-FFF2-40B4-BE49-F238E27FC236}">
                  <a16:creationId xmlns:a16="http://schemas.microsoft.com/office/drawing/2014/main" id="{C27F8C6F-4276-D60E-D000-AD915F94D6B4}"/>
                </a:ext>
              </a:extLst>
            </p:cNvPr>
            <p:cNvSpPr/>
            <p:nvPr/>
          </p:nvSpPr>
          <p:spPr bwMode="gray">
            <a:xfrm>
              <a:off x="2522422" y="3701826"/>
              <a:ext cx="609490" cy="190466"/>
            </a:xfrm>
            <a:prstGeom prst="rect">
              <a:avLst/>
            </a:prstGeom>
            <a:solidFill>
              <a:schemeClr val="bg1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250" name="Rechteck 249">
              <a:extLst>
                <a:ext uri="{FF2B5EF4-FFF2-40B4-BE49-F238E27FC236}">
                  <a16:creationId xmlns:a16="http://schemas.microsoft.com/office/drawing/2014/main" id="{0A1AEFCD-0EEF-1CD7-579C-DFC2C2F3B168}"/>
                </a:ext>
              </a:extLst>
            </p:cNvPr>
            <p:cNvSpPr/>
            <p:nvPr/>
          </p:nvSpPr>
          <p:spPr bwMode="gray">
            <a:xfrm>
              <a:off x="2522394" y="3700576"/>
              <a:ext cx="88149" cy="190466"/>
            </a:xfrm>
            <a:prstGeom prst="rect">
              <a:avLst/>
            </a:prstGeom>
            <a:solidFill>
              <a:srgbClr val="3399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741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251" name="Textfeld 250">
              <a:extLst>
                <a:ext uri="{FF2B5EF4-FFF2-40B4-BE49-F238E27FC236}">
                  <a16:creationId xmlns:a16="http://schemas.microsoft.com/office/drawing/2014/main" id="{955888A9-7789-C915-FC9B-B23869EAAEED}"/>
                </a:ext>
              </a:extLst>
            </p:cNvPr>
            <p:cNvSpPr txBox="1"/>
            <p:nvPr/>
          </p:nvSpPr>
          <p:spPr>
            <a:xfrm>
              <a:off x="2658341" y="3765482"/>
              <a:ext cx="411864" cy="8027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67527" rtl="0" eaLnBrk="1" fontAlgn="base" latinLnBrk="0" hangingPunct="1">
                <a:lnSpc>
                  <a:spcPct val="7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4D5156"/>
                  </a:solidFill>
                  <a:effectLst/>
                  <a:uLnTx/>
                  <a:uFillTx/>
                  <a:latin typeface="Calibri"/>
                  <a:ea typeface="+mn-ea"/>
                  <a:cs typeface="Arial" charset="0"/>
                </a:rPr>
                <a:t>Modul FI</a:t>
              </a:r>
              <a:endPara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endParaRPr>
            </a:p>
          </p:txBody>
        </p:sp>
      </p:grpSp>
      <p:grpSp>
        <p:nvGrpSpPr>
          <p:cNvPr id="391" name="Gruppieren 390">
            <a:extLst>
              <a:ext uri="{FF2B5EF4-FFF2-40B4-BE49-F238E27FC236}">
                <a16:creationId xmlns:a16="http://schemas.microsoft.com/office/drawing/2014/main" id="{EC4E8788-7F26-2777-BE55-F449ECE6F09F}"/>
              </a:ext>
            </a:extLst>
          </p:cNvPr>
          <p:cNvGrpSpPr/>
          <p:nvPr/>
        </p:nvGrpSpPr>
        <p:grpSpPr>
          <a:xfrm>
            <a:off x="2870833" y="4503891"/>
            <a:ext cx="609518" cy="191715"/>
            <a:chOff x="3203381" y="3699327"/>
            <a:chExt cx="609518" cy="191715"/>
          </a:xfrm>
        </p:grpSpPr>
        <p:sp>
          <p:nvSpPr>
            <p:cNvPr id="252" name="Rechteck 251">
              <a:extLst>
                <a:ext uri="{FF2B5EF4-FFF2-40B4-BE49-F238E27FC236}">
                  <a16:creationId xmlns:a16="http://schemas.microsoft.com/office/drawing/2014/main" id="{624E54D8-9A36-DC9E-354E-6E605D1B4FF4}"/>
                </a:ext>
              </a:extLst>
            </p:cNvPr>
            <p:cNvSpPr/>
            <p:nvPr/>
          </p:nvSpPr>
          <p:spPr bwMode="gray">
            <a:xfrm>
              <a:off x="3203409" y="3700576"/>
              <a:ext cx="609490" cy="190466"/>
            </a:xfrm>
            <a:prstGeom prst="rect">
              <a:avLst/>
            </a:prstGeom>
            <a:solidFill>
              <a:schemeClr val="bg1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253" name="Rechteck 252">
              <a:extLst>
                <a:ext uri="{FF2B5EF4-FFF2-40B4-BE49-F238E27FC236}">
                  <a16:creationId xmlns:a16="http://schemas.microsoft.com/office/drawing/2014/main" id="{20EC96B4-4C89-D466-CF86-682D5F05DC53}"/>
                </a:ext>
              </a:extLst>
            </p:cNvPr>
            <p:cNvSpPr/>
            <p:nvPr/>
          </p:nvSpPr>
          <p:spPr bwMode="gray">
            <a:xfrm>
              <a:off x="3203381" y="3699327"/>
              <a:ext cx="88149" cy="190466"/>
            </a:xfrm>
            <a:prstGeom prst="rect">
              <a:avLst/>
            </a:prstGeom>
            <a:solidFill>
              <a:srgbClr val="3399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741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254" name="Textfeld 253">
              <a:extLst>
                <a:ext uri="{FF2B5EF4-FFF2-40B4-BE49-F238E27FC236}">
                  <a16:creationId xmlns:a16="http://schemas.microsoft.com/office/drawing/2014/main" id="{552DC688-5952-4B71-AC1D-C53A849FB720}"/>
                </a:ext>
              </a:extLst>
            </p:cNvPr>
            <p:cNvSpPr txBox="1"/>
            <p:nvPr/>
          </p:nvSpPr>
          <p:spPr>
            <a:xfrm>
              <a:off x="3286649" y="3764231"/>
              <a:ext cx="526165" cy="8027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67527" rtl="0" eaLnBrk="1" fontAlgn="base" latinLnBrk="0" hangingPunct="1">
                <a:lnSpc>
                  <a:spcPct val="7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4D5156"/>
                  </a:solidFill>
                  <a:effectLst/>
                  <a:uLnTx/>
                  <a:uFillTx/>
                  <a:latin typeface="Calibri"/>
                  <a:ea typeface="+mn-ea"/>
                  <a:cs typeface="Arial" charset="0"/>
                </a:rPr>
                <a:t>Modul CO</a:t>
              </a:r>
              <a:endPara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endParaRPr>
            </a:p>
          </p:txBody>
        </p:sp>
      </p:grpSp>
      <p:grpSp>
        <p:nvGrpSpPr>
          <p:cNvPr id="390" name="Gruppieren 389">
            <a:extLst>
              <a:ext uri="{FF2B5EF4-FFF2-40B4-BE49-F238E27FC236}">
                <a16:creationId xmlns:a16="http://schemas.microsoft.com/office/drawing/2014/main" id="{8258BF54-AA58-9724-C336-123E1CD16AB9}"/>
              </a:ext>
            </a:extLst>
          </p:cNvPr>
          <p:cNvGrpSpPr/>
          <p:nvPr/>
        </p:nvGrpSpPr>
        <p:grpSpPr>
          <a:xfrm>
            <a:off x="3538834" y="4503890"/>
            <a:ext cx="609519" cy="191716"/>
            <a:chOff x="3884339" y="3698077"/>
            <a:chExt cx="609519" cy="191716"/>
          </a:xfrm>
        </p:grpSpPr>
        <p:sp>
          <p:nvSpPr>
            <p:cNvPr id="255" name="Rechteck 254">
              <a:extLst>
                <a:ext uri="{FF2B5EF4-FFF2-40B4-BE49-F238E27FC236}">
                  <a16:creationId xmlns:a16="http://schemas.microsoft.com/office/drawing/2014/main" id="{0A3AD567-574B-8D31-DE02-BF29F9B9E4E4}"/>
                </a:ext>
              </a:extLst>
            </p:cNvPr>
            <p:cNvSpPr/>
            <p:nvPr/>
          </p:nvSpPr>
          <p:spPr bwMode="gray">
            <a:xfrm>
              <a:off x="3884368" y="3699327"/>
              <a:ext cx="609490" cy="190466"/>
            </a:xfrm>
            <a:prstGeom prst="rect">
              <a:avLst/>
            </a:prstGeom>
            <a:solidFill>
              <a:schemeClr val="bg1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256" name="Rechteck 255">
              <a:extLst>
                <a:ext uri="{FF2B5EF4-FFF2-40B4-BE49-F238E27FC236}">
                  <a16:creationId xmlns:a16="http://schemas.microsoft.com/office/drawing/2014/main" id="{67FBE7CA-0AB1-033E-F28A-E7F80904DDB8}"/>
                </a:ext>
              </a:extLst>
            </p:cNvPr>
            <p:cNvSpPr/>
            <p:nvPr/>
          </p:nvSpPr>
          <p:spPr bwMode="gray">
            <a:xfrm>
              <a:off x="3884339" y="3698077"/>
              <a:ext cx="88149" cy="190466"/>
            </a:xfrm>
            <a:prstGeom prst="rect">
              <a:avLst/>
            </a:prstGeom>
            <a:solidFill>
              <a:srgbClr val="3399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741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257" name="Textfeld 256">
              <a:extLst>
                <a:ext uri="{FF2B5EF4-FFF2-40B4-BE49-F238E27FC236}">
                  <a16:creationId xmlns:a16="http://schemas.microsoft.com/office/drawing/2014/main" id="{DAFC9073-32C4-5B1F-BE1F-23A9C044977D}"/>
                </a:ext>
              </a:extLst>
            </p:cNvPr>
            <p:cNvSpPr txBox="1"/>
            <p:nvPr/>
          </p:nvSpPr>
          <p:spPr>
            <a:xfrm>
              <a:off x="4020286" y="3762983"/>
              <a:ext cx="411864" cy="8027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67527" rtl="0" eaLnBrk="1" fontAlgn="base" latinLnBrk="0" hangingPunct="1">
                <a:lnSpc>
                  <a:spcPct val="7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4D5156"/>
                  </a:solidFill>
                  <a:effectLst/>
                  <a:uLnTx/>
                  <a:uFillTx/>
                  <a:latin typeface="Calibri"/>
                  <a:ea typeface="+mn-ea"/>
                  <a:cs typeface="Arial" charset="0"/>
                </a:rPr>
                <a:t>Modul SD</a:t>
              </a:r>
              <a:endPara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endParaRPr>
            </a:p>
          </p:txBody>
        </p:sp>
      </p:grpSp>
      <p:grpSp>
        <p:nvGrpSpPr>
          <p:cNvPr id="385" name="Gruppieren 384">
            <a:extLst>
              <a:ext uri="{FF2B5EF4-FFF2-40B4-BE49-F238E27FC236}">
                <a16:creationId xmlns:a16="http://schemas.microsoft.com/office/drawing/2014/main" id="{00AFA5C5-5414-56D3-2CEE-7394A0FBE372}"/>
              </a:ext>
            </a:extLst>
          </p:cNvPr>
          <p:cNvGrpSpPr/>
          <p:nvPr/>
        </p:nvGrpSpPr>
        <p:grpSpPr>
          <a:xfrm>
            <a:off x="4206836" y="4503890"/>
            <a:ext cx="609518" cy="191716"/>
            <a:chOff x="4565269" y="3696827"/>
            <a:chExt cx="609518" cy="191716"/>
          </a:xfrm>
        </p:grpSpPr>
        <p:sp>
          <p:nvSpPr>
            <p:cNvPr id="258" name="Rechteck 257">
              <a:extLst>
                <a:ext uri="{FF2B5EF4-FFF2-40B4-BE49-F238E27FC236}">
                  <a16:creationId xmlns:a16="http://schemas.microsoft.com/office/drawing/2014/main" id="{E92F2D79-EA83-DE4D-F8B4-BBB64F246E9E}"/>
                </a:ext>
              </a:extLst>
            </p:cNvPr>
            <p:cNvSpPr/>
            <p:nvPr/>
          </p:nvSpPr>
          <p:spPr bwMode="gray">
            <a:xfrm>
              <a:off x="4565297" y="3698077"/>
              <a:ext cx="609490" cy="190466"/>
            </a:xfrm>
            <a:prstGeom prst="rect">
              <a:avLst/>
            </a:prstGeom>
            <a:solidFill>
              <a:schemeClr val="bg1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259" name="Rechteck 258">
              <a:extLst>
                <a:ext uri="{FF2B5EF4-FFF2-40B4-BE49-F238E27FC236}">
                  <a16:creationId xmlns:a16="http://schemas.microsoft.com/office/drawing/2014/main" id="{12441791-0059-0165-560B-44E65E43EC7A}"/>
                </a:ext>
              </a:extLst>
            </p:cNvPr>
            <p:cNvSpPr/>
            <p:nvPr/>
          </p:nvSpPr>
          <p:spPr bwMode="gray">
            <a:xfrm>
              <a:off x="4565269" y="3696827"/>
              <a:ext cx="88149" cy="190466"/>
            </a:xfrm>
            <a:prstGeom prst="rect">
              <a:avLst/>
            </a:prstGeom>
            <a:solidFill>
              <a:srgbClr val="3399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741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260" name="Textfeld 259">
              <a:extLst>
                <a:ext uri="{FF2B5EF4-FFF2-40B4-BE49-F238E27FC236}">
                  <a16:creationId xmlns:a16="http://schemas.microsoft.com/office/drawing/2014/main" id="{56D8A9F6-6278-7367-DFD7-7E63101462E4}"/>
                </a:ext>
              </a:extLst>
            </p:cNvPr>
            <p:cNvSpPr txBox="1"/>
            <p:nvPr/>
          </p:nvSpPr>
          <p:spPr>
            <a:xfrm>
              <a:off x="4653418" y="3761733"/>
              <a:ext cx="511300" cy="8027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67527" rtl="0" eaLnBrk="1" fontAlgn="base" latinLnBrk="0" hangingPunct="1">
                <a:lnSpc>
                  <a:spcPct val="7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4D5156"/>
                  </a:solidFill>
                  <a:effectLst/>
                  <a:uLnTx/>
                  <a:uFillTx/>
                  <a:latin typeface="Calibri"/>
                  <a:ea typeface="+mn-ea"/>
                  <a:cs typeface="Arial" charset="0"/>
                </a:rPr>
                <a:t>Modul MM</a:t>
              </a:r>
              <a:endPara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endParaRPr>
            </a:p>
          </p:txBody>
        </p:sp>
      </p:grpSp>
      <p:grpSp>
        <p:nvGrpSpPr>
          <p:cNvPr id="383" name="Gruppieren 382">
            <a:extLst>
              <a:ext uri="{FF2B5EF4-FFF2-40B4-BE49-F238E27FC236}">
                <a16:creationId xmlns:a16="http://schemas.microsoft.com/office/drawing/2014/main" id="{C6115F43-279A-FB76-9B4C-7A58DD5D849C}"/>
              </a:ext>
            </a:extLst>
          </p:cNvPr>
          <p:cNvGrpSpPr/>
          <p:nvPr/>
        </p:nvGrpSpPr>
        <p:grpSpPr>
          <a:xfrm>
            <a:off x="4874837" y="4503890"/>
            <a:ext cx="609518" cy="191716"/>
            <a:chOff x="5251050" y="3698077"/>
            <a:chExt cx="609518" cy="191716"/>
          </a:xfrm>
        </p:grpSpPr>
        <p:sp>
          <p:nvSpPr>
            <p:cNvPr id="261" name="Rechteck 260">
              <a:extLst>
                <a:ext uri="{FF2B5EF4-FFF2-40B4-BE49-F238E27FC236}">
                  <a16:creationId xmlns:a16="http://schemas.microsoft.com/office/drawing/2014/main" id="{D092CB97-28CB-D1ED-56DE-27EBE9D89D1D}"/>
                </a:ext>
              </a:extLst>
            </p:cNvPr>
            <p:cNvSpPr/>
            <p:nvPr/>
          </p:nvSpPr>
          <p:spPr bwMode="gray">
            <a:xfrm>
              <a:off x="5251078" y="3699327"/>
              <a:ext cx="609490" cy="190466"/>
            </a:xfrm>
            <a:prstGeom prst="rect">
              <a:avLst/>
            </a:prstGeom>
            <a:solidFill>
              <a:schemeClr val="bg1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262" name="Rechteck 261">
              <a:extLst>
                <a:ext uri="{FF2B5EF4-FFF2-40B4-BE49-F238E27FC236}">
                  <a16:creationId xmlns:a16="http://schemas.microsoft.com/office/drawing/2014/main" id="{3D3349C6-0DFB-C85B-8959-9BADA93E8741}"/>
                </a:ext>
              </a:extLst>
            </p:cNvPr>
            <p:cNvSpPr/>
            <p:nvPr/>
          </p:nvSpPr>
          <p:spPr bwMode="gray">
            <a:xfrm>
              <a:off x="5251050" y="3698077"/>
              <a:ext cx="88149" cy="190466"/>
            </a:xfrm>
            <a:prstGeom prst="rect">
              <a:avLst/>
            </a:prstGeom>
            <a:solidFill>
              <a:srgbClr val="3399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741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263" name="Textfeld 262">
              <a:extLst>
                <a:ext uri="{FF2B5EF4-FFF2-40B4-BE49-F238E27FC236}">
                  <a16:creationId xmlns:a16="http://schemas.microsoft.com/office/drawing/2014/main" id="{6F02E874-AB3C-6495-2B83-7EA86B7154E5}"/>
                </a:ext>
              </a:extLst>
            </p:cNvPr>
            <p:cNvSpPr txBox="1"/>
            <p:nvPr/>
          </p:nvSpPr>
          <p:spPr>
            <a:xfrm>
              <a:off x="5386997" y="3762983"/>
              <a:ext cx="411864" cy="8027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67527" rtl="0" eaLnBrk="1" fontAlgn="base" latinLnBrk="0" hangingPunct="1">
                <a:lnSpc>
                  <a:spcPct val="7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4D5156"/>
                  </a:solidFill>
                  <a:effectLst/>
                  <a:uLnTx/>
                  <a:uFillTx/>
                  <a:latin typeface="Calibri"/>
                  <a:ea typeface="+mn-ea"/>
                  <a:cs typeface="Arial" charset="0"/>
                </a:rPr>
                <a:t>Modul AA</a:t>
              </a:r>
              <a:endPara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endParaRPr>
            </a:p>
          </p:txBody>
        </p:sp>
      </p:grpSp>
      <p:grpSp>
        <p:nvGrpSpPr>
          <p:cNvPr id="382" name="Gruppieren 381">
            <a:extLst>
              <a:ext uri="{FF2B5EF4-FFF2-40B4-BE49-F238E27FC236}">
                <a16:creationId xmlns:a16="http://schemas.microsoft.com/office/drawing/2014/main" id="{A403472D-2E22-2069-6214-29B0885F5CB9}"/>
              </a:ext>
            </a:extLst>
          </p:cNvPr>
          <p:cNvGrpSpPr/>
          <p:nvPr/>
        </p:nvGrpSpPr>
        <p:grpSpPr>
          <a:xfrm>
            <a:off x="5542838" y="4503890"/>
            <a:ext cx="609518" cy="191716"/>
            <a:chOff x="5932037" y="3696827"/>
            <a:chExt cx="609518" cy="191716"/>
          </a:xfrm>
        </p:grpSpPr>
        <p:sp>
          <p:nvSpPr>
            <p:cNvPr id="264" name="Rechteck 263">
              <a:extLst>
                <a:ext uri="{FF2B5EF4-FFF2-40B4-BE49-F238E27FC236}">
                  <a16:creationId xmlns:a16="http://schemas.microsoft.com/office/drawing/2014/main" id="{A385AEB3-1F6A-EBD5-017C-5D14FB87EBAB}"/>
                </a:ext>
              </a:extLst>
            </p:cNvPr>
            <p:cNvSpPr/>
            <p:nvPr/>
          </p:nvSpPr>
          <p:spPr bwMode="gray">
            <a:xfrm>
              <a:off x="5932065" y="3698077"/>
              <a:ext cx="609490" cy="190466"/>
            </a:xfrm>
            <a:prstGeom prst="rect">
              <a:avLst/>
            </a:prstGeom>
            <a:solidFill>
              <a:schemeClr val="bg1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265" name="Rechteck 264">
              <a:extLst>
                <a:ext uri="{FF2B5EF4-FFF2-40B4-BE49-F238E27FC236}">
                  <a16:creationId xmlns:a16="http://schemas.microsoft.com/office/drawing/2014/main" id="{7D2C789C-D823-764A-9437-BA8528E1350E}"/>
                </a:ext>
              </a:extLst>
            </p:cNvPr>
            <p:cNvSpPr/>
            <p:nvPr/>
          </p:nvSpPr>
          <p:spPr bwMode="gray">
            <a:xfrm>
              <a:off x="5932037" y="3696827"/>
              <a:ext cx="88149" cy="190466"/>
            </a:xfrm>
            <a:prstGeom prst="rect">
              <a:avLst/>
            </a:prstGeom>
            <a:solidFill>
              <a:srgbClr val="3399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741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266" name="Textfeld 265">
              <a:extLst>
                <a:ext uri="{FF2B5EF4-FFF2-40B4-BE49-F238E27FC236}">
                  <a16:creationId xmlns:a16="http://schemas.microsoft.com/office/drawing/2014/main" id="{23E67C41-7AEB-BB03-43F2-81A4ECC90E8D}"/>
                </a:ext>
              </a:extLst>
            </p:cNvPr>
            <p:cNvSpPr txBox="1"/>
            <p:nvPr/>
          </p:nvSpPr>
          <p:spPr>
            <a:xfrm>
              <a:off x="6067984" y="3761733"/>
              <a:ext cx="411864" cy="8027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67527" rtl="0" eaLnBrk="1" fontAlgn="base" latinLnBrk="0" hangingPunct="1">
                <a:lnSpc>
                  <a:spcPct val="7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4D5156"/>
                  </a:solidFill>
                  <a:effectLst/>
                  <a:uLnTx/>
                  <a:uFillTx/>
                  <a:latin typeface="Calibri"/>
                  <a:ea typeface="+mn-ea"/>
                  <a:cs typeface="Arial" charset="0"/>
                </a:rPr>
                <a:t>Modul TR</a:t>
              </a:r>
              <a:endPara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endParaRPr>
            </a:p>
          </p:txBody>
        </p:sp>
      </p:grpSp>
      <p:grpSp>
        <p:nvGrpSpPr>
          <p:cNvPr id="381" name="Gruppieren 380">
            <a:extLst>
              <a:ext uri="{FF2B5EF4-FFF2-40B4-BE49-F238E27FC236}">
                <a16:creationId xmlns:a16="http://schemas.microsoft.com/office/drawing/2014/main" id="{DA688182-5F25-A105-6613-6F7B315CF094}"/>
              </a:ext>
            </a:extLst>
          </p:cNvPr>
          <p:cNvGrpSpPr/>
          <p:nvPr/>
        </p:nvGrpSpPr>
        <p:grpSpPr>
          <a:xfrm>
            <a:off x="6210839" y="4503891"/>
            <a:ext cx="609518" cy="191715"/>
            <a:chOff x="6612995" y="3695578"/>
            <a:chExt cx="609518" cy="191715"/>
          </a:xfrm>
        </p:grpSpPr>
        <p:sp>
          <p:nvSpPr>
            <p:cNvPr id="267" name="Rechteck 266">
              <a:extLst>
                <a:ext uri="{FF2B5EF4-FFF2-40B4-BE49-F238E27FC236}">
                  <a16:creationId xmlns:a16="http://schemas.microsoft.com/office/drawing/2014/main" id="{84EF21CE-4B61-AE25-7975-25819BED8450}"/>
                </a:ext>
              </a:extLst>
            </p:cNvPr>
            <p:cNvSpPr/>
            <p:nvPr/>
          </p:nvSpPr>
          <p:spPr bwMode="gray">
            <a:xfrm>
              <a:off x="6613023" y="3696827"/>
              <a:ext cx="609490" cy="190466"/>
            </a:xfrm>
            <a:prstGeom prst="rect">
              <a:avLst/>
            </a:prstGeom>
            <a:solidFill>
              <a:schemeClr val="bg1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268" name="Rechteck 267">
              <a:extLst>
                <a:ext uri="{FF2B5EF4-FFF2-40B4-BE49-F238E27FC236}">
                  <a16:creationId xmlns:a16="http://schemas.microsoft.com/office/drawing/2014/main" id="{0D8E93B5-4218-E246-E49C-62A088EC8A20}"/>
                </a:ext>
              </a:extLst>
            </p:cNvPr>
            <p:cNvSpPr/>
            <p:nvPr/>
          </p:nvSpPr>
          <p:spPr bwMode="gray">
            <a:xfrm>
              <a:off x="6612995" y="3695578"/>
              <a:ext cx="88149" cy="190466"/>
            </a:xfrm>
            <a:prstGeom prst="rect">
              <a:avLst/>
            </a:prstGeom>
            <a:solidFill>
              <a:srgbClr val="3399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741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269" name="Textfeld 268">
              <a:extLst>
                <a:ext uri="{FF2B5EF4-FFF2-40B4-BE49-F238E27FC236}">
                  <a16:creationId xmlns:a16="http://schemas.microsoft.com/office/drawing/2014/main" id="{565821F7-D859-E148-68B6-56F3956EF0E6}"/>
                </a:ext>
              </a:extLst>
            </p:cNvPr>
            <p:cNvSpPr txBox="1"/>
            <p:nvPr/>
          </p:nvSpPr>
          <p:spPr>
            <a:xfrm>
              <a:off x="6748942" y="3760483"/>
              <a:ext cx="411864" cy="8027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67527" rtl="0" eaLnBrk="1" fontAlgn="base" latinLnBrk="0" hangingPunct="1">
                <a:lnSpc>
                  <a:spcPct val="7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4D5156"/>
                  </a:solidFill>
                  <a:effectLst/>
                  <a:uLnTx/>
                  <a:uFillTx/>
                  <a:latin typeface="Calibri"/>
                  <a:ea typeface="+mn-ea"/>
                  <a:cs typeface="Arial" charset="0"/>
                </a:rPr>
                <a:t>Modul IM</a:t>
              </a:r>
              <a:endPara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endParaRPr>
            </a:p>
          </p:txBody>
        </p:sp>
      </p:grpSp>
      <p:grpSp>
        <p:nvGrpSpPr>
          <p:cNvPr id="380" name="Gruppieren 379">
            <a:extLst>
              <a:ext uri="{FF2B5EF4-FFF2-40B4-BE49-F238E27FC236}">
                <a16:creationId xmlns:a16="http://schemas.microsoft.com/office/drawing/2014/main" id="{258943AE-63D4-EA84-C845-52DA69249E32}"/>
              </a:ext>
            </a:extLst>
          </p:cNvPr>
          <p:cNvGrpSpPr/>
          <p:nvPr/>
        </p:nvGrpSpPr>
        <p:grpSpPr>
          <a:xfrm>
            <a:off x="6878840" y="4503890"/>
            <a:ext cx="609519" cy="191716"/>
            <a:chOff x="7982500" y="3693078"/>
            <a:chExt cx="609519" cy="191716"/>
          </a:xfrm>
        </p:grpSpPr>
        <p:sp>
          <p:nvSpPr>
            <p:cNvPr id="273" name="Rechteck 272">
              <a:extLst>
                <a:ext uri="{FF2B5EF4-FFF2-40B4-BE49-F238E27FC236}">
                  <a16:creationId xmlns:a16="http://schemas.microsoft.com/office/drawing/2014/main" id="{F398C443-498A-EBB8-6DFB-704F0463382D}"/>
                </a:ext>
              </a:extLst>
            </p:cNvPr>
            <p:cNvSpPr/>
            <p:nvPr/>
          </p:nvSpPr>
          <p:spPr bwMode="gray">
            <a:xfrm>
              <a:off x="7982529" y="3694328"/>
              <a:ext cx="609490" cy="190466"/>
            </a:xfrm>
            <a:prstGeom prst="rect">
              <a:avLst/>
            </a:prstGeom>
            <a:solidFill>
              <a:schemeClr val="bg1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274" name="Rechteck 273">
              <a:extLst>
                <a:ext uri="{FF2B5EF4-FFF2-40B4-BE49-F238E27FC236}">
                  <a16:creationId xmlns:a16="http://schemas.microsoft.com/office/drawing/2014/main" id="{CDDEA45B-420E-20A3-08EC-432B84B29A08}"/>
                </a:ext>
              </a:extLst>
            </p:cNvPr>
            <p:cNvSpPr/>
            <p:nvPr/>
          </p:nvSpPr>
          <p:spPr bwMode="gray">
            <a:xfrm>
              <a:off x="7982500" y="3693078"/>
              <a:ext cx="88149" cy="190466"/>
            </a:xfrm>
            <a:prstGeom prst="rect">
              <a:avLst/>
            </a:prstGeom>
            <a:solidFill>
              <a:srgbClr val="3399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741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275" name="Textfeld 274">
              <a:extLst>
                <a:ext uri="{FF2B5EF4-FFF2-40B4-BE49-F238E27FC236}">
                  <a16:creationId xmlns:a16="http://schemas.microsoft.com/office/drawing/2014/main" id="{5A0B9C34-CCED-1F73-3B7C-48079DF8E92F}"/>
                </a:ext>
              </a:extLst>
            </p:cNvPr>
            <p:cNvSpPr txBox="1"/>
            <p:nvPr/>
          </p:nvSpPr>
          <p:spPr>
            <a:xfrm>
              <a:off x="8118448" y="3757984"/>
              <a:ext cx="411864" cy="8027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67527" rtl="0" eaLnBrk="1" fontAlgn="base" latinLnBrk="0" hangingPunct="1">
                <a:lnSpc>
                  <a:spcPct val="7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4D5156"/>
                  </a:solidFill>
                  <a:effectLst/>
                  <a:uLnTx/>
                  <a:uFillTx/>
                  <a:latin typeface="Calibri"/>
                  <a:ea typeface="+mn-ea"/>
                  <a:cs typeface="Arial" charset="0"/>
                </a:rPr>
                <a:t>Modul PS</a:t>
              </a:r>
              <a:endPara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endParaRPr>
            </a:p>
          </p:txBody>
        </p:sp>
      </p:grpSp>
      <p:grpSp>
        <p:nvGrpSpPr>
          <p:cNvPr id="1031" name="Gruppieren 1030">
            <a:extLst>
              <a:ext uri="{FF2B5EF4-FFF2-40B4-BE49-F238E27FC236}">
                <a16:creationId xmlns:a16="http://schemas.microsoft.com/office/drawing/2014/main" id="{CBA783E2-DA57-C20B-EF6E-93D22A656169}"/>
              </a:ext>
            </a:extLst>
          </p:cNvPr>
          <p:cNvGrpSpPr/>
          <p:nvPr/>
        </p:nvGrpSpPr>
        <p:grpSpPr>
          <a:xfrm>
            <a:off x="2202805" y="4802125"/>
            <a:ext cx="1733218" cy="216000"/>
            <a:chOff x="2522367" y="3966073"/>
            <a:chExt cx="1733218" cy="216000"/>
          </a:xfrm>
        </p:grpSpPr>
        <p:sp>
          <p:nvSpPr>
            <p:cNvPr id="276" name="Rechteck 275">
              <a:extLst>
                <a:ext uri="{FF2B5EF4-FFF2-40B4-BE49-F238E27FC236}">
                  <a16:creationId xmlns:a16="http://schemas.microsoft.com/office/drawing/2014/main" id="{61932AFC-7314-8A40-1060-5D10A8A752B3}"/>
                </a:ext>
              </a:extLst>
            </p:cNvPr>
            <p:cNvSpPr/>
            <p:nvPr/>
          </p:nvSpPr>
          <p:spPr bwMode="gray">
            <a:xfrm>
              <a:off x="2522394" y="3966073"/>
              <a:ext cx="1733191" cy="216000"/>
            </a:xfrm>
            <a:prstGeom prst="rect">
              <a:avLst/>
            </a:prstGeom>
            <a:solidFill>
              <a:schemeClr val="bg1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277" name="Rechteck 276">
              <a:extLst>
                <a:ext uri="{FF2B5EF4-FFF2-40B4-BE49-F238E27FC236}">
                  <a16:creationId xmlns:a16="http://schemas.microsoft.com/office/drawing/2014/main" id="{A966F9B4-B589-1162-5863-8873DD120D4A}"/>
                </a:ext>
              </a:extLst>
            </p:cNvPr>
            <p:cNvSpPr/>
            <p:nvPr/>
          </p:nvSpPr>
          <p:spPr bwMode="gray">
            <a:xfrm>
              <a:off x="2522367" y="3966073"/>
              <a:ext cx="88149" cy="216000"/>
            </a:xfrm>
            <a:prstGeom prst="rect">
              <a:avLst/>
            </a:prstGeom>
            <a:solidFill>
              <a:srgbClr val="3399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741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278" name="Textfeld 277">
              <a:extLst>
                <a:ext uri="{FF2B5EF4-FFF2-40B4-BE49-F238E27FC236}">
                  <a16:creationId xmlns:a16="http://schemas.microsoft.com/office/drawing/2014/main" id="{4B152325-0E83-D262-F4FE-1641A747215E}"/>
                </a:ext>
              </a:extLst>
            </p:cNvPr>
            <p:cNvSpPr txBox="1"/>
            <p:nvPr/>
          </p:nvSpPr>
          <p:spPr>
            <a:xfrm>
              <a:off x="2608211" y="3996231"/>
              <a:ext cx="1589439" cy="155684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67527" rtl="0" eaLnBrk="1" fontAlgn="base" latinLnBrk="0" hangingPunct="1">
                <a:lnSpc>
                  <a:spcPct val="7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Embedded Analytics</a:t>
              </a:r>
              <a:b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</a:b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(Internes operatives Berichtswesen)</a:t>
              </a:r>
            </a:p>
          </p:txBody>
        </p:sp>
      </p:grpSp>
      <p:grpSp>
        <p:nvGrpSpPr>
          <p:cNvPr id="70" name="Gruppieren 69">
            <a:extLst>
              <a:ext uri="{FF2B5EF4-FFF2-40B4-BE49-F238E27FC236}">
                <a16:creationId xmlns:a16="http://schemas.microsoft.com/office/drawing/2014/main" id="{653225E9-81F3-AC0D-C9D8-969A194D47EA}"/>
              </a:ext>
            </a:extLst>
          </p:cNvPr>
          <p:cNvGrpSpPr/>
          <p:nvPr/>
        </p:nvGrpSpPr>
        <p:grpSpPr>
          <a:xfrm>
            <a:off x="2200501" y="5654817"/>
            <a:ext cx="1731671" cy="217250"/>
            <a:chOff x="2520063" y="4861759"/>
            <a:chExt cx="1731671" cy="217250"/>
          </a:xfrm>
        </p:grpSpPr>
        <p:sp>
          <p:nvSpPr>
            <p:cNvPr id="289" name="Rechteck 288">
              <a:extLst>
                <a:ext uri="{FF2B5EF4-FFF2-40B4-BE49-F238E27FC236}">
                  <a16:creationId xmlns:a16="http://schemas.microsoft.com/office/drawing/2014/main" id="{11145B3C-9EA4-D9D0-7A1A-AE26170F6E36}"/>
                </a:ext>
              </a:extLst>
            </p:cNvPr>
            <p:cNvSpPr/>
            <p:nvPr/>
          </p:nvSpPr>
          <p:spPr bwMode="gray">
            <a:xfrm>
              <a:off x="2520092" y="4863009"/>
              <a:ext cx="1731642" cy="216000"/>
            </a:xfrm>
            <a:prstGeom prst="rect">
              <a:avLst/>
            </a:prstGeom>
            <a:solidFill>
              <a:schemeClr val="bg1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290" name="Rechteck 289">
              <a:extLst>
                <a:ext uri="{FF2B5EF4-FFF2-40B4-BE49-F238E27FC236}">
                  <a16:creationId xmlns:a16="http://schemas.microsoft.com/office/drawing/2014/main" id="{24B5ED3C-10D7-94C3-7800-43B58B329512}"/>
                </a:ext>
              </a:extLst>
            </p:cNvPr>
            <p:cNvSpPr/>
            <p:nvPr/>
          </p:nvSpPr>
          <p:spPr bwMode="gray">
            <a:xfrm>
              <a:off x="2520063" y="4861759"/>
              <a:ext cx="88149" cy="216000"/>
            </a:xfrm>
            <a:prstGeom prst="rect">
              <a:avLst/>
            </a:prstGeom>
            <a:solidFill>
              <a:srgbClr val="3399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741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291" name="Textfeld 290">
              <a:extLst>
                <a:ext uri="{FF2B5EF4-FFF2-40B4-BE49-F238E27FC236}">
                  <a16:creationId xmlns:a16="http://schemas.microsoft.com/office/drawing/2014/main" id="{0108A0CD-F8EB-3FB7-8AD8-D4F9083067D9}"/>
                </a:ext>
              </a:extLst>
            </p:cNvPr>
            <p:cNvSpPr txBox="1"/>
            <p:nvPr/>
          </p:nvSpPr>
          <p:spPr>
            <a:xfrm>
              <a:off x="2627287" y="4905361"/>
              <a:ext cx="1596228" cy="155684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67527" rtl="0" eaLnBrk="1" fontAlgn="base" latinLnBrk="0" hangingPunct="1">
                <a:lnSpc>
                  <a:spcPct val="7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Document</a:t>
              </a: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 &amp; Reporting Compliance</a:t>
              </a:r>
              <a:b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</a:b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(Gesetzliches Berichtswesen)</a:t>
              </a:r>
            </a:p>
          </p:txBody>
        </p:sp>
      </p:grpSp>
      <p:grpSp>
        <p:nvGrpSpPr>
          <p:cNvPr id="1030" name="Gruppieren 1029">
            <a:extLst>
              <a:ext uri="{FF2B5EF4-FFF2-40B4-BE49-F238E27FC236}">
                <a16:creationId xmlns:a16="http://schemas.microsoft.com/office/drawing/2014/main" id="{94BA28E7-1B2D-7E39-F958-EF878E03FDE2}"/>
              </a:ext>
            </a:extLst>
          </p:cNvPr>
          <p:cNvGrpSpPr/>
          <p:nvPr/>
        </p:nvGrpSpPr>
        <p:grpSpPr>
          <a:xfrm>
            <a:off x="5936252" y="5372042"/>
            <a:ext cx="1549168" cy="216000"/>
            <a:chOff x="6255814" y="4261058"/>
            <a:chExt cx="1549168" cy="216000"/>
          </a:xfrm>
        </p:grpSpPr>
        <p:sp>
          <p:nvSpPr>
            <p:cNvPr id="292" name="Rechteck 291">
              <a:extLst>
                <a:ext uri="{FF2B5EF4-FFF2-40B4-BE49-F238E27FC236}">
                  <a16:creationId xmlns:a16="http://schemas.microsoft.com/office/drawing/2014/main" id="{11E26EA4-1593-44BF-3B73-599A2C54183C}"/>
                </a:ext>
              </a:extLst>
            </p:cNvPr>
            <p:cNvSpPr/>
            <p:nvPr/>
          </p:nvSpPr>
          <p:spPr bwMode="gray">
            <a:xfrm>
              <a:off x="6255841" y="4261058"/>
              <a:ext cx="1549141" cy="21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mpd="sng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846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293" name="Rechteck 292">
              <a:extLst>
                <a:ext uri="{FF2B5EF4-FFF2-40B4-BE49-F238E27FC236}">
                  <a16:creationId xmlns:a16="http://schemas.microsoft.com/office/drawing/2014/main" id="{717E9DF3-4CE4-6E13-9002-8B3332DB635B}"/>
                </a:ext>
              </a:extLst>
            </p:cNvPr>
            <p:cNvSpPr/>
            <p:nvPr/>
          </p:nvSpPr>
          <p:spPr bwMode="gray">
            <a:xfrm>
              <a:off x="6255814" y="4261058"/>
              <a:ext cx="83540" cy="216000"/>
            </a:xfrm>
            <a:prstGeom prst="rect">
              <a:avLst/>
            </a:prstGeom>
            <a:solidFill>
              <a:srgbClr val="3399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741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297" name="Textfeld 296">
              <a:extLst>
                <a:ext uri="{FF2B5EF4-FFF2-40B4-BE49-F238E27FC236}">
                  <a16:creationId xmlns:a16="http://schemas.microsoft.com/office/drawing/2014/main" id="{C2B5CDE4-82B2-CB57-1B6B-B579A67B0CA3}"/>
                </a:ext>
              </a:extLst>
            </p:cNvPr>
            <p:cNvSpPr txBox="1"/>
            <p:nvPr/>
          </p:nvSpPr>
          <p:spPr>
            <a:xfrm>
              <a:off x="6335900" y="4291216"/>
              <a:ext cx="1429777" cy="155684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67527" rtl="0" eaLnBrk="1" fontAlgn="base" latinLnBrk="0" hangingPunct="1">
                <a:lnSpc>
                  <a:spcPct val="7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Advanced</a:t>
              </a: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 Payment Management</a:t>
              </a:r>
              <a:b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</a:b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(Erweiterte Zahlungsverwaltung)</a:t>
              </a:r>
            </a:p>
          </p:txBody>
        </p:sp>
      </p:grpSp>
      <p:grpSp>
        <p:nvGrpSpPr>
          <p:cNvPr id="1028" name="Gruppieren 1027">
            <a:extLst>
              <a:ext uri="{FF2B5EF4-FFF2-40B4-BE49-F238E27FC236}">
                <a16:creationId xmlns:a16="http://schemas.microsoft.com/office/drawing/2014/main" id="{4C12F023-F5F7-FFE8-9056-75F6C4B83869}"/>
              </a:ext>
            </a:extLst>
          </p:cNvPr>
          <p:cNvGrpSpPr/>
          <p:nvPr/>
        </p:nvGrpSpPr>
        <p:grpSpPr>
          <a:xfrm>
            <a:off x="4017778" y="5083466"/>
            <a:ext cx="1843187" cy="216000"/>
            <a:chOff x="4337340" y="4258201"/>
            <a:chExt cx="1843187" cy="216000"/>
          </a:xfrm>
        </p:grpSpPr>
        <p:sp>
          <p:nvSpPr>
            <p:cNvPr id="298" name="Rechteck 297">
              <a:extLst>
                <a:ext uri="{FF2B5EF4-FFF2-40B4-BE49-F238E27FC236}">
                  <a16:creationId xmlns:a16="http://schemas.microsoft.com/office/drawing/2014/main" id="{B8843316-96D8-B3B5-2D4A-03B8EFFF04DE}"/>
                </a:ext>
              </a:extLst>
            </p:cNvPr>
            <p:cNvSpPr/>
            <p:nvPr/>
          </p:nvSpPr>
          <p:spPr bwMode="gray">
            <a:xfrm>
              <a:off x="4337369" y="4258201"/>
              <a:ext cx="1843158" cy="216000"/>
            </a:xfrm>
            <a:prstGeom prst="rect">
              <a:avLst/>
            </a:prstGeom>
            <a:solidFill>
              <a:schemeClr val="bg1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299" name="Rechteck 298">
              <a:extLst>
                <a:ext uri="{FF2B5EF4-FFF2-40B4-BE49-F238E27FC236}">
                  <a16:creationId xmlns:a16="http://schemas.microsoft.com/office/drawing/2014/main" id="{11631B78-0AE7-E009-078A-0F02D22C40BE}"/>
                </a:ext>
              </a:extLst>
            </p:cNvPr>
            <p:cNvSpPr/>
            <p:nvPr/>
          </p:nvSpPr>
          <p:spPr bwMode="gray">
            <a:xfrm>
              <a:off x="4337340" y="4258201"/>
              <a:ext cx="88149" cy="216000"/>
            </a:xfrm>
            <a:prstGeom prst="rect">
              <a:avLst/>
            </a:prstGeom>
            <a:solidFill>
              <a:srgbClr val="3399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741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300" name="Textfeld 299">
              <a:extLst>
                <a:ext uri="{FF2B5EF4-FFF2-40B4-BE49-F238E27FC236}">
                  <a16:creationId xmlns:a16="http://schemas.microsoft.com/office/drawing/2014/main" id="{D43708D8-90B8-41BC-D2E0-838A2C16F34B}"/>
                </a:ext>
              </a:extLst>
            </p:cNvPr>
            <p:cNvSpPr txBox="1"/>
            <p:nvPr/>
          </p:nvSpPr>
          <p:spPr>
            <a:xfrm>
              <a:off x="4423185" y="4288359"/>
              <a:ext cx="1723764" cy="155684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67527" rtl="0" eaLnBrk="1" fontAlgn="base" latinLnBrk="0" hangingPunct="1">
                <a:lnSpc>
                  <a:spcPct val="7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Cash Management</a:t>
              </a:r>
              <a:b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</a:b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(Überwachung Zahlungen und Fälligkeiten)</a:t>
              </a:r>
            </a:p>
          </p:txBody>
        </p:sp>
      </p:grpSp>
      <p:grpSp>
        <p:nvGrpSpPr>
          <p:cNvPr id="1025" name="Gruppieren 1024">
            <a:extLst>
              <a:ext uri="{FF2B5EF4-FFF2-40B4-BE49-F238E27FC236}">
                <a16:creationId xmlns:a16="http://schemas.microsoft.com/office/drawing/2014/main" id="{35C57F4C-9B7F-40A4-CE57-8661C554617E}"/>
              </a:ext>
            </a:extLst>
          </p:cNvPr>
          <p:cNvGrpSpPr/>
          <p:nvPr/>
        </p:nvGrpSpPr>
        <p:grpSpPr>
          <a:xfrm>
            <a:off x="4014640" y="5373829"/>
            <a:ext cx="1850225" cy="216000"/>
            <a:chOff x="4330725" y="4560709"/>
            <a:chExt cx="1850225" cy="216000"/>
          </a:xfrm>
        </p:grpSpPr>
        <p:sp>
          <p:nvSpPr>
            <p:cNvPr id="306" name="Rechteck 305">
              <a:extLst>
                <a:ext uri="{FF2B5EF4-FFF2-40B4-BE49-F238E27FC236}">
                  <a16:creationId xmlns:a16="http://schemas.microsoft.com/office/drawing/2014/main" id="{E8342CDE-128E-BAC4-C24C-E88EDED147A7}"/>
                </a:ext>
              </a:extLst>
            </p:cNvPr>
            <p:cNvSpPr/>
            <p:nvPr/>
          </p:nvSpPr>
          <p:spPr bwMode="gray">
            <a:xfrm>
              <a:off x="4330754" y="4560709"/>
              <a:ext cx="1850196" cy="216000"/>
            </a:xfrm>
            <a:prstGeom prst="rect">
              <a:avLst/>
            </a:prstGeom>
            <a:solidFill>
              <a:schemeClr val="bg1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307" name="Rechteck 306">
              <a:extLst>
                <a:ext uri="{FF2B5EF4-FFF2-40B4-BE49-F238E27FC236}">
                  <a16:creationId xmlns:a16="http://schemas.microsoft.com/office/drawing/2014/main" id="{CC6216EB-1EC3-3375-E458-07667423CE5D}"/>
                </a:ext>
              </a:extLst>
            </p:cNvPr>
            <p:cNvSpPr/>
            <p:nvPr/>
          </p:nvSpPr>
          <p:spPr bwMode="gray">
            <a:xfrm>
              <a:off x="4330725" y="4560709"/>
              <a:ext cx="88149" cy="216000"/>
            </a:xfrm>
            <a:prstGeom prst="rect">
              <a:avLst/>
            </a:prstGeom>
            <a:solidFill>
              <a:srgbClr val="3399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741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309" name="Textfeld 308">
              <a:extLst>
                <a:ext uri="{FF2B5EF4-FFF2-40B4-BE49-F238E27FC236}">
                  <a16:creationId xmlns:a16="http://schemas.microsoft.com/office/drawing/2014/main" id="{52E5FED5-867E-1D0D-520F-412F9D8E1F0D}"/>
                </a:ext>
              </a:extLst>
            </p:cNvPr>
            <p:cNvSpPr txBox="1"/>
            <p:nvPr/>
          </p:nvSpPr>
          <p:spPr>
            <a:xfrm>
              <a:off x="4418874" y="4590867"/>
              <a:ext cx="1728075" cy="155684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67527" rtl="0" eaLnBrk="1" fontAlgn="base" latinLnBrk="0" hangingPunct="1">
                <a:lnSpc>
                  <a:spcPct val="7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Intercompany </a:t>
              </a:r>
              <a:r>
                <a:rPr kumimoji="0" lang="de-DE" sz="7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Matching</a:t>
              </a: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 &amp; </a:t>
              </a:r>
              <a:r>
                <a:rPr kumimoji="0" lang="de-DE" sz="7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Reconsiliation</a:t>
              </a:r>
              <a:b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</a:b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(Zentrale konzerninterne Kontenabstimmung)</a:t>
              </a:r>
            </a:p>
          </p:txBody>
        </p:sp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6861352C-B227-B087-5D5D-8F8980B62557}"/>
              </a:ext>
            </a:extLst>
          </p:cNvPr>
          <p:cNvGrpSpPr/>
          <p:nvPr/>
        </p:nvGrpSpPr>
        <p:grpSpPr>
          <a:xfrm>
            <a:off x="5942611" y="5665341"/>
            <a:ext cx="1546764" cy="216000"/>
            <a:chOff x="6264931" y="4864556"/>
            <a:chExt cx="1546764" cy="216000"/>
          </a:xfrm>
        </p:grpSpPr>
        <p:sp>
          <p:nvSpPr>
            <p:cNvPr id="310" name="Rechteck 309">
              <a:extLst>
                <a:ext uri="{FF2B5EF4-FFF2-40B4-BE49-F238E27FC236}">
                  <a16:creationId xmlns:a16="http://schemas.microsoft.com/office/drawing/2014/main" id="{CFF6C827-4B47-981F-54DB-7D1697C59E8C}"/>
                </a:ext>
              </a:extLst>
            </p:cNvPr>
            <p:cNvSpPr/>
            <p:nvPr/>
          </p:nvSpPr>
          <p:spPr bwMode="gray">
            <a:xfrm>
              <a:off x="6264933" y="4864556"/>
              <a:ext cx="1546762" cy="21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mpd="sng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846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311" name="Rechteck 310">
              <a:extLst>
                <a:ext uri="{FF2B5EF4-FFF2-40B4-BE49-F238E27FC236}">
                  <a16:creationId xmlns:a16="http://schemas.microsoft.com/office/drawing/2014/main" id="{6048E57F-50A5-FDC4-C07C-47CA0B6B1267}"/>
                </a:ext>
              </a:extLst>
            </p:cNvPr>
            <p:cNvSpPr/>
            <p:nvPr/>
          </p:nvSpPr>
          <p:spPr bwMode="gray">
            <a:xfrm>
              <a:off x="6264931" y="4864556"/>
              <a:ext cx="88149" cy="216000"/>
            </a:xfrm>
            <a:prstGeom prst="rect">
              <a:avLst/>
            </a:prstGeom>
            <a:solidFill>
              <a:srgbClr val="3399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741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312" name="Textfeld 311">
              <a:extLst>
                <a:ext uri="{FF2B5EF4-FFF2-40B4-BE49-F238E27FC236}">
                  <a16:creationId xmlns:a16="http://schemas.microsoft.com/office/drawing/2014/main" id="{41CA5F4F-9E07-C6B9-4D59-8AB917C18E11}"/>
                </a:ext>
              </a:extLst>
            </p:cNvPr>
            <p:cNvSpPr txBox="1"/>
            <p:nvPr/>
          </p:nvSpPr>
          <p:spPr>
            <a:xfrm>
              <a:off x="6362059" y="4903398"/>
              <a:ext cx="1413466" cy="155684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>
              <a:defPPr>
                <a:defRPr lang="de-DE"/>
              </a:defPPr>
              <a:lvl1pPr>
                <a:lnSpc>
                  <a:spcPct val="70000"/>
                </a:lnSpc>
                <a:spcBef>
                  <a:spcPts val="0"/>
                </a:spcBef>
                <a:buClr>
                  <a:srgbClr val="000000"/>
                </a:buClr>
                <a:buSzPct val="100000"/>
                <a:defRPr sz="700" b="0">
                  <a:latin typeface="+mn-lt"/>
                  <a:cs typeface="Arial Narrow" pitchFamily="34" charset="0"/>
                </a:defRPr>
              </a:lvl1pPr>
            </a:lstStyle>
            <a:p>
              <a:pPr marL="0" marR="0" lvl="0" indent="0" algn="ctr" defTabSz="967527" rtl="0" eaLnBrk="1" fontAlgn="base" latinLnBrk="0" hangingPunct="1">
                <a:lnSpc>
                  <a:spcPct val="7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</a:rPr>
                <a:t>OpenText VIM</a:t>
              </a:r>
              <a:b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</a:rPr>
              </a:b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</a:rPr>
                <a:t>(Rechnungseingangsverarbeitung)</a:t>
              </a:r>
            </a:p>
          </p:txBody>
        </p:sp>
      </p:grpSp>
      <p:grpSp>
        <p:nvGrpSpPr>
          <p:cNvPr id="1026" name="Gruppieren 1025">
            <a:extLst>
              <a:ext uri="{FF2B5EF4-FFF2-40B4-BE49-F238E27FC236}">
                <a16:creationId xmlns:a16="http://schemas.microsoft.com/office/drawing/2014/main" id="{699F21B8-5C8E-C29E-CE8E-CEAAAA3296FD}"/>
              </a:ext>
            </a:extLst>
          </p:cNvPr>
          <p:cNvGrpSpPr/>
          <p:nvPr/>
        </p:nvGrpSpPr>
        <p:grpSpPr>
          <a:xfrm>
            <a:off x="2200786" y="5956218"/>
            <a:ext cx="1731695" cy="216000"/>
            <a:chOff x="6261317" y="4566529"/>
            <a:chExt cx="1550687" cy="216000"/>
          </a:xfrm>
        </p:grpSpPr>
        <p:sp>
          <p:nvSpPr>
            <p:cNvPr id="313" name="Rechteck 312">
              <a:extLst>
                <a:ext uri="{FF2B5EF4-FFF2-40B4-BE49-F238E27FC236}">
                  <a16:creationId xmlns:a16="http://schemas.microsoft.com/office/drawing/2014/main" id="{67503973-80A2-E8B4-BD7B-DBF161981109}"/>
                </a:ext>
              </a:extLst>
            </p:cNvPr>
            <p:cNvSpPr/>
            <p:nvPr/>
          </p:nvSpPr>
          <p:spPr bwMode="gray">
            <a:xfrm>
              <a:off x="6261320" y="4566529"/>
              <a:ext cx="1549141" cy="21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mpd="sng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846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314" name="Rechteck 313">
              <a:extLst>
                <a:ext uri="{FF2B5EF4-FFF2-40B4-BE49-F238E27FC236}">
                  <a16:creationId xmlns:a16="http://schemas.microsoft.com/office/drawing/2014/main" id="{AE673258-AB59-7B74-79B1-4755276798D1}"/>
                </a:ext>
              </a:extLst>
            </p:cNvPr>
            <p:cNvSpPr/>
            <p:nvPr/>
          </p:nvSpPr>
          <p:spPr bwMode="gray">
            <a:xfrm>
              <a:off x="6261317" y="4566529"/>
              <a:ext cx="88149" cy="216000"/>
            </a:xfrm>
            <a:prstGeom prst="rect">
              <a:avLst/>
            </a:prstGeom>
            <a:solidFill>
              <a:schemeClr val="bg2"/>
            </a:solidFill>
            <a:ln w="9525" cmpd="sng" algn="ctr">
              <a:solidFill>
                <a:schemeClr val="bg2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741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315" name="Textfeld 314">
              <a:extLst>
                <a:ext uri="{FF2B5EF4-FFF2-40B4-BE49-F238E27FC236}">
                  <a16:creationId xmlns:a16="http://schemas.microsoft.com/office/drawing/2014/main" id="{61E0BAD8-1AEF-96AD-9C1B-3013A0CAE3E3}"/>
                </a:ext>
              </a:extLst>
            </p:cNvPr>
            <p:cNvSpPr txBox="1"/>
            <p:nvPr/>
          </p:nvSpPr>
          <p:spPr>
            <a:xfrm>
              <a:off x="6358446" y="4596687"/>
              <a:ext cx="1453558" cy="155684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>
              <a:defPPr>
                <a:defRPr lang="de-DE"/>
              </a:defPPr>
              <a:lvl1pPr>
                <a:lnSpc>
                  <a:spcPct val="70000"/>
                </a:lnSpc>
                <a:spcBef>
                  <a:spcPts val="0"/>
                </a:spcBef>
                <a:buClr>
                  <a:srgbClr val="000000"/>
                </a:buClr>
                <a:buSzPct val="100000"/>
                <a:defRPr sz="700" b="0">
                  <a:latin typeface="+mn-lt"/>
                  <a:cs typeface="Arial Narrow" pitchFamily="34" charset="0"/>
                </a:defRPr>
              </a:lvl1pPr>
            </a:lstStyle>
            <a:p>
              <a:pPr marL="0" marR="0" lvl="0" indent="0" algn="ctr" defTabSz="967527" rtl="0" eaLnBrk="1" fontAlgn="base" latinLnBrk="0" hangingPunct="1">
                <a:lnSpc>
                  <a:spcPct val="7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</a:rPr>
                <a:t>PBS Archive</a:t>
              </a:r>
              <a:b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</a:rPr>
              </a:b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</a:rPr>
                <a:t>(Belegarchivierung)</a:t>
              </a:r>
            </a:p>
          </p:txBody>
        </p:sp>
      </p:grpSp>
      <p:grpSp>
        <p:nvGrpSpPr>
          <p:cNvPr id="1033" name="Gruppieren 1032">
            <a:extLst>
              <a:ext uri="{FF2B5EF4-FFF2-40B4-BE49-F238E27FC236}">
                <a16:creationId xmlns:a16="http://schemas.microsoft.com/office/drawing/2014/main" id="{4D41F5C5-E02D-0A3B-B0FA-A466833AAB72}"/>
              </a:ext>
            </a:extLst>
          </p:cNvPr>
          <p:cNvGrpSpPr/>
          <p:nvPr/>
        </p:nvGrpSpPr>
        <p:grpSpPr>
          <a:xfrm>
            <a:off x="5936415" y="5090701"/>
            <a:ext cx="1555718" cy="216000"/>
            <a:chOff x="6255977" y="3962248"/>
            <a:chExt cx="1555718" cy="216000"/>
          </a:xfrm>
        </p:grpSpPr>
        <p:sp>
          <p:nvSpPr>
            <p:cNvPr id="295" name="Rechteck 294">
              <a:extLst>
                <a:ext uri="{FF2B5EF4-FFF2-40B4-BE49-F238E27FC236}">
                  <a16:creationId xmlns:a16="http://schemas.microsoft.com/office/drawing/2014/main" id="{D729EAFF-C88C-4471-A295-0AB31930674A}"/>
                </a:ext>
              </a:extLst>
            </p:cNvPr>
            <p:cNvSpPr/>
            <p:nvPr/>
          </p:nvSpPr>
          <p:spPr bwMode="gray">
            <a:xfrm>
              <a:off x="6256004" y="3962248"/>
              <a:ext cx="1555691" cy="21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mpd="sng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846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296" name="Rechteck 295">
              <a:extLst>
                <a:ext uri="{FF2B5EF4-FFF2-40B4-BE49-F238E27FC236}">
                  <a16:creationId xmlns:a16="http://schemas.microsoft.com/office/drawing/2014/main" id="{0CF533BC-2E09-3A5E-CF47-32BC2B5DE096}"/>
                </a:ext>
              </a:extLst>
            </p:cNvPr>
            <p:cNvSpPr/>
            <p:nvPr/>
          </p:nvSpPr>
          <p:spPr bwMode="gray">
            <a:xfrm>
              <a:off x="6255977" y="3962248"/>
              <a:ext cx="88149" cy="216000"/>
            </a:xfrm>
            <a:prstGeom prst="rect">
              <a:avLst/>
            </a:prstGeom>
            <a:solidFill>
              <a:srgbClr val="3399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741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432" name="Textfeld 431">
              <a:extLst>
                <a:ext uri="{FF2B5EF4-FFF2-40B4-BE49-F238E27FC236}">
                  <a16:creationId xmlns:a16="http://schemas.microsoft.com/office/drawing/2014/main" id="{FBED0C09-3981-5892-D2C6-6804041A427D}"/>
                </a:ext>
              </a:extLst>
            </p:cNvPr>
            <p:cNvSpPr txBox="1"/>
            <p:nvPr/>
          </p:nvSpPr>
          <p:spPr>
            <a:xfrm>
              <a:off x="6358181" y="3992406"/>
              <a:ext cx="1407496" cy="155684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67527" rtl="0" eaLnBrk="1" fontAlgn="base" latinLnBrk="0" hangingPunct="1">
                <a:lnSpc>
                  <a:spcPct val="7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Multi Bank Connector</a:t>
              </a:r>
              <a:b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</a:b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(Bankverbindungen)</a:t>
              </a:r>
            </a:p>
          </p:txBody>
        </p:sp>
      </p:grpSp>
      <p:sp>
        <p:nvSpPr>
          <p:cNvPr id="231" name="Rechteck 230">
            <a:extLst>
              <a:ext uri="{FF2B5EF4-FFF2-40B4-BE49-F238E27FC236}">
                <a16:creationId xmlns:a16="http://schemas.microsoft.com/office/drawing/2014/main" id="{F5660AAF-663A-A8B6-9850-515436BFC586}"/>
              </a:ext>
            </a:extLst>
          </p:cNvPr>
          <p:cNvSpPr/>
          <p:nvPr/>
        </p:nvSpPr>
        <p:spPr bwMode="gray">
          <a:xfrm>
            <a:off x="2244934" y="3644524"/>
            <a:ext cx="155006" cy="151125"/>
          </a:xfrm>
          <a:prstGeom prst="rect">
            <a:avLst/>
          </a:prstGeom>
          <a:noFill/>
          <a:ln w="9525" cmpd="sng" algn="ctr">
            <a:noFill/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marL="0" marR="0" lvl="0" indent="0" algn="ctr" defTabSz="96752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1481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Calibri" charset="0"/>
              <a:cs typeface="Calibri" charset="0"/>
            </a:endParaRPr>
          </a:p>
        </p:txBody>
      </p: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3D8463F3-4B9B-B34E-5FC9-0928F12A7665}"/>
              </a:ext>
            </a:extLst>
          </p:cNvPr>
          <p:cNvGrpSpPr/>
          <p:nvPr/>
        </p:nvGrpSpPr>
        <p:grpSpPr>
          <a:xfrm>
            <a:off x="4024167" y="5655407"/>
            <a:ext cx="1846537" cy="216000"/>
            <a:chOff x="4343729" y="4861120"/>
            <a:chExt cx="1846537" cy="216000"/>
          </a:xfrm>
        </p:grpSpPr>
        <p:sp>
          <p:nvSpPr>
            <p:cNvPr id="119" name="Rechteck 118">
              <a:extLst>
                <a:ext uri="{FF2B5EF4-FFF2-40B4-BE49-F238E27FC236}">
                  <a16:creationId xmlns:a16="http://schemas.microsoft.com/office/drawing/2014/main" id="{0C64842D-2208-28F6-4CCC-1DF35B96A848}"/>
                </a:ext>
              </a:extLst>
            </p:cNvPr>
            <p:cNvSpPr/>
            <p:nvPr/>
          </p:nvSpPr>
          <p:spPr bwMode="gray">
            <a:xfrm>
              <a:off x="4343755" y="4861120"/>
              <a:ext cx="1846511" cy="216000"/>
            </a:xfrm>
            <a:prstGeom prst="rect">
              <a:avLst/>
            </a:prstGeom>
            <a:solidFill>
              <a:schemeClr val="bg1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l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94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120" name="Rechteck 119">
              <a:extLst>
                <a:ext uri="{FF2B5EF4-FFF2-40B4-BE49-F238E27FC236}">
                  <a16:creationId xmlns:a16="http://schemas.microsoft.com/office/drawing/2014/main" id="{1378B66E-8152-E01B-D02A-E87897B85FD2}"/>
                </a:ext>
              </a:extLst>
            </p:cNvPr>
            <p:cNvSpPr/>
            <p:nvPr/>
          </p:nvSpPr>
          <p:spPr bwMode="gray">
            <a:xfrm>
              <a:off x="4343729" y="4861120"/>
              <a:ext cx="83305" cy="216000"/>
            </a:xfrm>
            <a:prstGeom prst="rect">
              <a:avLst/>
            </a:prstGeom>
            <a:solidFill>
              <a:srgbClr val="3399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l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121" name="Textfeld 120">
              <a:extLst>
                <a:ext uri="{FF2B5EF4-FFF2-40B4-BE49-F238E27FC236}">
                  <a16:creationId xmlns:a16="http://schemas.microsoft.com/office/drawing/2014/main" id="{CE86D24D-B422-45C7-A6ED-25D425236CEF}"/>
                </a:ext>
              </a:extLst>
            </p:cNvPr>
            <p:cNvSpPr txBox="1"/>
            <p:nvPr/>
          </p:nvSpPr>
          <p:spPr>
            <a:xfrm>
              <a:off x="4446109" y="4928981"/>
              <a:ext cx="1729501" cy="8027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>
              <a:defPPr>
                <a:defRPr lang="de-DE"/>
              </a:defPPr>
              <a:lvl1pPr algn="ctr" defTabSz="967527" fontAlgn="base">
                <a:lnSpc>
                  <a:spcPct val="70000"/>
                </a:lnSpc>
                <a:spcAft>
                  <a:spcPct val="0"/>
                </a:spcAft>
                <a:buClr>
                  <a:srgbClr val="000000"/>
                </a:buClr>
                <a:buSzPct val="100000"/>
                <a:defRPr sz="741">
                  <a:solidFill>
                    <a:srgbClr val="000000"/>
                  </a:solidFill>
                  <a:latin typeface="Calibri"/>
                  <a:cs typeface="Arial Narrow" pitchFamily="34" charset="0"/>
                </a:defRPr>
              </a:lvl1pPr>
            </a:lstStyle>
            <a:p>
              <a:pPr marL="0" marR="0" lvl="0" indent="0" algn="ctr" defTabSz="967527" rtl="0" eaLnBrk="1" fontAlgn="base" latinLnBrk="0" hangingPunct="1">
                <a:lnSpc>
                  <a:spcPct val="7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</a:rPr>
                <a:t>Contract, Lease and Real Estate Management</a:t>
              </a:r>
              <a:endPara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</a:endParaRPr>
            </a:p>
          </p:txBody>
        </p:sp>
      </p:grpSp>
      <p:sp>
        <p:nvSpPr>
          <p:cNvPr id="22" name="Rechteck 21">
            <a:extLst>
              <a:ext uri="{FF2B5EF4-FFF2-40B4-BE49-F238E27FC236}">
                <a16:creationId xmlns:a16="http://schemas.microsoft.com/office/drawing/2014/main" id="{54C0322F-04B1-FFB0-5158-333106FC8463}"/>
              </a:ext>
            </a:extLst>
          </p:cNvPr>
          <p:cNvSpPr/>
          <p:nvPr/>
        </p:nvSpPr>
        <p:spPr bwMode="gray">
          <a:xfrm>
            <a:off x="2114919" y="5981752"/>
            <a:ext cx="609490" cy="190466"/>
          </a:xfrm>
          <a:prstGeom prst="rect">
            <a:avLst/>
          </a:prstGeom>
          <a:noFill/>
          <a:ln w="9525" cmpd="sng" algn="ctr">
            <a:noFill/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+mn-ea"/>
              <a:cs typeface="Calibri" charset="0"/>
            </a:endParaRPr>
          </a:p>
        </p:txBody>
      </p:sp>
      <p:grpSp>
        <p:nvGrpSpPr>
          <p:cNvPr id="1032" name="Gruppieren 1031">
            <a:extLst>
              <a:ext uri="{FF2B5EF4-FFF2-40B4-BE49-F238E27FC236}">
                <a16:creationId xmlns:a16="http://schemas.microsoft.com/office/drawing/2014/main" id="{424AD235-8D23-38FB-CEAC-CA585156297E}"/>
              </a:ext>
            </a:extLst>
          </p:cNvPr>
          <p:cNvGrpSpPr/>
          <p:nvPr/>
        </p:nvGrpSpPr>
        <p:grpSpPr>
          <a:xfrm>
            <a:off x="4013467" y="4802125"/>
            <a:ext cx="1842581" cy="216000"/>
            <a:chOff x="4333029" y="3969992"/>
            <a:chExt cx="1842581" cy="216000"/>
          </a:xfrm>
        </p:grpSpPr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FF88BCF7-5E19-A515-0A77-B2E44DCEACCC}"/>
                </a:ext>
              </a:extLst>
            </p:cNvPr>
            <p:cNvSpPr/>
            <p:nvPr/>
          </p:nvSpPr>
          <p:spPr bwMode="gray">
            <a:xfrm>
              <a:off x="4333058" y="3969992"/>
              <a:ext cx="1842552" cy="216000"/>
            </a:xfrm>
            <a:prstGeom prst="rect">
              <a:avLst/>
            </a:prstGeom>
            <a:solidFill>
              <a:schemeClr val="bg1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B3896756-2658-1285-B93B-5ECD63F1171F}"/>
                </a:ext>
              </a:extLst>
            </p:cNvPr>
            <p:cNvSpPr/>
            <p:nvPr/>
          </p:nvSpPr>
          <p:spPr bwMode="gray">
            <a:xfrm>
              <a:off x="4333029" y="3969992"/>
              <a:ext cx="88149" cy="216000"/>
            </a:xfrm>
            <a:prstGeom prst="rect">
              <a:avLst/>
            </a:prstGeom>
            <a:solidFill>
              <a:srgbClr val="3399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741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E6097609-AF2B-85F1-9F93-736F7D505206}"/>
                </a:ext>
              </a:extLst>
            </p:cNvPr>
            <p:cNvSpPr txBox="1"/>
            <p:nvPr/>
          </p:nvSpPr>
          <p:spPr>
            <a:xfrm>
              <a:off x="4418874" y="4000150"/>
              <a:ext cx="1720059" cy="155684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67527" rtl="0" eaLnBrk="1" fontAlgn="base" latinLnBrk="0" hangingPunct="1">
                <a:lnSpc>
                  <a:spcPct val="7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Dispute &amp; Collections Management</a:t>
              </a:r>
              <a:b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</a:b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(Forderungsmanagement)</a:t>
              </a:r>
            </a:p>
          </p:txBody>
        </p:sp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D178A426-CF72-A6B4-0E74-E511995EF4B4}"/>
              </a:ext>
            </a:extLst>
          </p:cNvPr>
          <p:cNvGrpSpPr/>
          <p:nvPr/>
        </p:nvGrpSpPr>
        <p:grpSpPr>
          <a:xfrm>
            <a:off x="7748065" y="4690694"/>
            <a:ext cx="1116002" cy="588098"/>
            <a:chOff x="5987899" y="4362636"/>
            <a:chExt cx="1116002" cy="588098"/>
          </a:xfrm>
        </p:grpSpPr>
        <p:sp>
          <p:nvSpPr>
            <p:cNvPr id="1036" name="Rechteck 1035">
              <a:extLst>
                <a:ext uri="{FF2B5EF4-FFF2-40B4-BE49-F238E27FC236}">
                  <a16:creationId xmlns:a16="http://schemas.microsoft.com/office/drawing/2014/main" id="{15E8C89B-1EA3-D84D-F1C7-593262557831}"/>
                </a:ext>
              </a:extLst>
            </p:cNvPr>
            <p:cNvSpPr/>
            <p:nvPr/>
          </p:nvSpPr>
          <p:spPr bwMode="gray">
            <a:xfrm>
              <a:off x="5987901" y="4362637"/>
              <a:ext cx="1116000" cy="588097"/>
            </a:xfrm>
            <a:prstGeom prst="rect">
              <a:avLst/>
            </a:prstGeom>
            <a:solidFill>
              <a:srgbClr val="CCEC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1037" name="Rechteck 1036">
              <a:extLst>
                <a:ext uri="{FF2B5EF4-FFF2-40B4-BE49-F238E27FC236}">
                  <a16:creationId xmlns:a16="http://schemas.microsoft.com/office/drawing/2014/main" id="{96589A3D-5643-C4DF-627F-09AE4ADE43FE}"/>
                </a:ext>
              </a:extLst>
            </p:cNvPr>
            <p:cNvSpPr/>
            <p:nvPr/>
          </p:nvSpPr>
          <p:spPr bwMode="gray">
            <a:xfrm>
              <a:off x="5987899" y="4362636"/>
              <a:ext cx="1116000" cy="180000"/>
            </a:xfrm>
            <a:prstGeom prst="rect">
              <a:avLst/>
            </a:prstGeom>
            <a:solidFill>
              <a:srgbClr val="3399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Calibri" charset="0"/>
                  <a:cs typeface="Calibri" charset="0"/>
                </a:rPr>
                <a:t>SAP NW 7.5 BW</a:t>
              </a:r>
            </a:p>
          </p:txBody>
        </p:sp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0AA0125D-A0D9-3AF7-8209-5F5E2F3A1FDA}"/>
                </a:ext>
              </a:extLst>
            </p:cNvPr>
            <p:cNvGrpSpPr/>
            <p:nvPr/>
          </p:nvGrpSpPr>
          <p:grpSpPr>
            <a:xfrm>
              <a:off x="6050637" y="4578403"/>
              <a:ext cx="1021372" cy="228559"/>
              <a:chOff x="6050637" y="4642343"/>
              <a:chExt cx="1021372" cy="228559"/>
            </a:xfrm>
          </p:grpSpPr>
          <p:sp>
            <p:nvSpPr>
              <p:cNvPr id="1038" name="Rechteck 1037">
                <a:extLst>
                  <a:ext uri="{FF2B5EF4-FFF2-40B4-BE49-F238E27FC236}">
                    <a16:creationId xmlns:a16="http://schemas.microsoft.com/office/drawing/2014/main" id="{A24FC307-A74B-8B28-AE92-CB195ABD257E}"/>
                  </a:ext>
                </a:extLst>
              </p:cNvPr>
              <p:cNvSpPr/>
              <p:nvPr/>
            </p:nvSpPr>
            <p:spPr bwMode="gray">
              <a:xfrm>
                <a:off x="6050665" y="4642343"/>
                <a:ext cx="1021344" cy="228559"/>
              </a:xfrm>
              <a:prstGeom prst="rect">
                <a:avLst/>
              </a:prstGeom>
              <a:solidFill>
                <a:schemeClr val="bg1"/>
              </a:solidFill>
              <a:ln w="9525" cmpd="sng" algn="ctr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marL="0" marR="0" lvl="0" indent="0" algn="ctr" defTabSz="914216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charset="0"/>
                  <a:ea typeface="+mn-ea"/>
                  <a:cs typeface="Calibri" charset="0"/>
                </a:endParaRPr>
              </a:p>
            </p:txBody>
          </p:sp>
          <p:sp>
            <p:nvSpPr>
              <p:cNvPr id="1039" name="Rechteck 1038">
                <a:extLst>
                  <a:ext uri="{FF2B5EF4-FFF2-40B4-BE49-F238E27FC236}">
                    <a16:creationId xmlns:a16="http://schemas.microsoft.com/office/drawing/2014/main" id="{91E7704B-FA31-6F5E-23DF-005628EF67E1}"/>
                  </a:ext>
                </a:extLst>
              </p:cNvPr>
              <p:cNvSpPr/>
              <p:nvPr/>
            </p:nvSpPr>
            <p:spPr bwMode="gray">
              <a:xfrm>
                <a:off x="6050637" y="4642343"/>
                <a:ext cx="85845" cy="228559"/>
              </a:xfrm>
              <a:prstGeom prst="rect">
                <a:avLst/>
              </a:prstGeom>
              <a:solidFill>
                <a:srgbClr val="3399FF"/>
              </a:solidFill>
              <a:ln w="9525" cmpd="sng" algn="ctr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marL="0" marR="0" lvl="0" indent="0" algn="ctr" defTabSz="914216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741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+mn-ea"/>
                  <a:cs typeface="Calibri" charset="0"/>
                </a:endParaRPr>
              </a:p>
            </p:txBody>
          </p:sp>
          <p:sp>
            <p:nvSpPr>
              <p:cNvPr id="1040" name="Textfeld 1039">
                <a:extLst>
                  <a:ext uri="{FF2B5EF4-FFF2-40B4-BE49-F238E27FC236}">
                    <a16:creationId xmlns:a16="http://schemas.microsoft.com/office/drawing/2014/main" id="{9211BB18-5FDF-A126-26B2-20EB6A5843A1}"/>
                  </a:ext>
                </a:extLst>
              </p:cNvPr>
              <p:cNvSpPr txBox="1"/>
              <p:nvPr/>
            </p:nvSpPr>
            <p:spPr>
              <a:xfrm>
                <a:off x="6180764" y="4691568"/>
                <a:ext cx="852334" cy="1556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horz" wrap="square" lIns="0" tIns="0" rIns="0" bIns="0" rtlCol="0">
                <a:spAutoFit/>
              </a:bodyPr>
              <a:lstStyle/>
              <a:p>
                <a:pPr marL="0" marR="0" lvl="0" indent="0" algn="ctr" defTabSz="967527" rtl="0" eaLnBrk="1" fontAlgn="base" latinLnBrk="0" hangingPunct="1">
                  <a:lnSpc>
                    <a:spcPct val="70000"/>
                  </a:lnSpc>
                  <a:spcBef>
                    <a:spcPts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r>
                  <a:rPr kumimoji="0" lang="de-DE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Arial Narrow" pitchFamily="34" charset="0"/>
                  </a:rPr>
                  <a:t>BPC - Business Planning </a:t>
                </a:r>
                <a:br>
                  <a:rPr kumimoji="0" lang="de-DE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Arial Narrow" pitchFamily="34" charset="0"/>
                  </a:rPr>
                </a:br>
                <a:r>
                  <a:rPr kumimoji="0" lang="de-DE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Arial Narrow" pitchFamily="34" charset="0"/>
                  </a:rPr>
                  <a:t>and Consolidation</a:t>
                </a:r>
              </a:p>
            </p:txBody>
          </p:sp>
        </p:grpSp>
        <p:sp>
          <p:nvSpPr>
            <p:cNvPr id="1042" name="Textfeld 1041">
              <a:extLst>
                <a:ext uri="{FF2B5EF4-FFF2-40B4-BE49-F238E27FC236}">
                  <a16:creationId xmlns:a16="http://schemas.microsoft.com/office/drawing/2014/main" id="{F65675E7-7D0F-2E38-B4CB-66C471CED736}"/>
                </a:ext>
              </a:extLst>
            </p:cNvPr>
            <p:cNvSpPr txBox="1"/>
            <p:nvPr/>
          </p:nvSpPr>
          <p:spPr>
            <a:xfrm>
              <a:off x="5995736" y="4833546"/>
              <a:ext cx="1104940" cy="9832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67527" rtl="0" eaLnBrk="1" fontAlgn="base" latinLnBrk="0" hangingPunct="1">
                <a:lnSpc>
                  <a:spcPct val="90000"/>
                </a:lnSpc>
                <a:spcBef>
                  <a:spcPts val="423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(SAP Business Warehouse)</a:t>
              </a:r>
            </a:p>
          </p:txBody>
        </p: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72F99616-7A74-B6B5-0F9D-336E54B9B198}"/>
              </a:ext>
            </a:extLst>
          </p:cNvPr>
          <p:cNvGrpSpPr/>
          <p:nvPr/>
        </p:nvGrpSpPr>
        <p:grpSpPr>
          <a:xfrm>
            <a:off x="7750819" y="5407974"/>
            <a:ext cx="1116002" cy="347231"/>
            <a:chOff x="5987899" y="5204442"/>
            <a:chExt cx="1116002" cy="347231"/>
          </a:xfrm>
        </p:grpSpPr>
        <p:sp>
          <p:nvSpPr>
            <p:cNvPr id="1047" name="Rechteck 1046">
              <a:extLst>
                <a:ext uri="{FF2B5EF4-FFF2-40B4-BE49-F238E27FC236}">
                  <a16:creationId xmlns:a16="http://schemas.microsoft.com/office/drawing/2014/main" id="{A17802BA-7C55-4172-C8E2-3AA60E3FDEA2}"/>
                </a:ext>
              </a:extLst>
            </p:cNvPr>
            <p:cNvSpPr/>
            <p:nvPr/>
          </p:nvSpPr>
          <p:spPr bwMode="gray">
            <a:xfrm>
              <a:off x="5987901" y="5204443"/>
              <a:ext cx="1116000" cy="347230"/>
            </a:xfrm>
            <a:prstGeom prst="rect">
              <a:avLst/>
            </a:prstGeom>
            <a:solidFill>
              <a:srgbClr val="CCEC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1048" name="Rechteck 1047">
              <a:extLst>
                <a:ext uri="{FF2B5EF4-FFF2-40B4-BE49-F238E27FC236}">
                  <a16:creationId xmlns:a16="http://schemas.microsoft.com/office/drawing/2014/main" id="{CF980BCF-3FAE-A2DF-CD6D-9857EFB7D68C}"/>
                </a:ext>
              </a:extLst>
            </p:cNvPr>
            <p:cNvSpPr/>
            <p:nvPr/>
          </p:nvSpPr>
          <p:spPr bwMode="gray">
            <a:xfrm>
              <a:off x="5987899" y="5204442"/>
              <a:ext cx="1116000" cy="180000"/>
            </a:xfrm>
            <a:prstGeom prst="rect">
              <a:avLst/>
            </a:prstGeom>
            <a:solidFill>
              <a:srgbClr val="3399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Calibri" charset="0"/>
                  <a:cs typeface="Calibri" charset="0"/>
                </a:rPr>
                <a:t>SAP BO</a:t>
              </a:r>
            </a:p>
          </p:txBody>
        </p:sp>
        <p:sp>
          <p:nvSpPr>
            <p:cNvPr id="1049" name="Textfeld 1048">
              <a:extLst>
                <a:ext uri="{FF2B5EF4-FFF2-40B4-BE49-F238E27FC236}">
                  <a16:creationId xmlns:a16="http://schemas.microsoft.com/office/drawing/2014/main" id="{F9AD86B2-2D74-3AD7-26C0-79759814FE23}"/>
                </a:ext>
              </a:extLst>
            </p:cNvPr>
            <p:cNvSpPr txBox="1"/>
            <p:nvPr/>
          </p:nvSpPr>
          <p:spPr>
            <a:xfrm>
              <a:off x="6000274" y="5420172"/>
              <a:ext cx="1097648" cy="96950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67527" rtl="0" eaLnBrk="1" fontAlgn="base" latinLnBrk="0" hangingPunct="1">
                <a:lnSpc>
                  <a:spcPct val="90000"/>
                </a:lnSpc>
                <a:spcBef>
                  <a:spcPts val="423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(SAP Business Objekts)</a:t>
              </a:r>
            </a:p>
          </p:txBody>
        </p:sp>
      </p:grpSp>
      <p:sp>
        <p:nvSpPr>
          <p:cNvPr id="2" name="Rechteck 1">
            <a:extLst>
              <a:ext uri="{FF2B5EF4-FFF2-40B4-BE49-F238E27FC236}">
                <a16:creationId xmlns:a16="http://schemas.microsoft.com/office/drawing/2014/main" id="{9C65580D-ECD5-F9BD-4E7E-89266A83E801}"/>
              </a:ext>
            </a:extLst>
          </p:cNvPr>
          <p:cNvSpPr/>
          <p:nvPr/>
        </p:nvSpPr>
        <p:spPr>
          <a:xfrm>
            <a:off x="5269190" y="1188163"/>
            <a:ext cx="6703391" cy="1648064"/>
          </a:xfrm>
          <a:prstGeom prst="rect">
            <a:avLst/>
          </a:prstGeom>
          <a:solidFill>
            <a:srgbClr val="4472C4">
              <a:lumMod val="40000"/>
              <a:lumOff val="60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SAP Public Cloud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676E0DB-5FE2-17A8-DF75-45954082BE16}"/>
              </a:ext>
            </a:extLst>
          </p:cNvPr>
          <p:cNvSpPr txBox="1"/>
          <p:nvPr/>
        </p:nvSpPr>
        <p:spPr>
          <a:xfrm>
            <a:off x="5284276" y="1708719"/>
            <a:ext cx="135570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SAP Business Technology </a:t>
            </a:r>
            <a:br>
              <a:rPr kumimoji="0" lang="de-DE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de-DE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Platform</a:t>
            </a:r>
            <a:r>
              <a:rPr kumimoji="0" lang="de-DE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(BTP)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CE149083-E2CF-F08F-15D6-A402FE5C1A24}"/>
              </a:ext>
            </a:extLst>
          </p:cNvPr>
          <p:cNvCxnSpPr>
            <a:cxnSpLocks/>
          </p:cNvCxnSpPr>
          <p:nvPr/>
        </p:nvCxnSpPr>
        <p:spPr>
          <a:xfrm>
            <a:off x="10452334" y="1228232"/>
            <a:ext cx="0" cy="1548000"/>
          </a:xfrm>
          <a:prstGeom prst="line">
            <a:avLst/>
          </a:prstGeom>
          <a:ln w="22225">
            <a:solidFill>
              <a:schemeClr val="tx1"/>
            </a:solidFill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2F1E024D-C799-FFE4-5550-949E866C65A3}"/>
              </a:ext>
            </a:extLst>
          </p:cNvPr>
          <p:cNvGrpSpPr/>
          <p:nvPr/>
        </p:nvGrpSpPr>
        <p:grpSpPr>
          <a:xfrm>
            <a:off x="7751981" y="5826977"/>
            <a:ext cx="1116002" cy="419457"/>
            <a:chOff x="5987899" y="5204442"/>
            <a:chExt cx="1116002" cy="419457"/>
          </a:xfrm>
        </p:grpSpPr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1ECD73BC-117B-7DD7-57BC-8D58BB56490A}"/>
                </a:ext>
              </a:extLst>
            </p:cNvPr>
            <p:cNvSpPr/>
            <p:nvPr/>
          </p:nvSpPr>
          <p:spPr bwMode="gray">
            <a:xfrm>
              <a:off x="5987901" y="5204442"/>
              <a:ext cx="1116000" cy="419457"/>
            </a:xfrm>
            <a:prstGeom prst="rect">
              <a:avLst/>
            </a:prstGeom>
            <a:solidFill>
              <a:srgbClr val="CCEC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85780C95-3897-45BD-7196-729BCCFF131C}"/>
                </a:ext>
              </a:extLst>
            </p:cNvPr>
            <p:cNvSpPr/>
            <p:nvPr/>
          </p:nvSpPr>
          <p:spPr bwMode="gray">
            <a:xfrm>
              <a:off x="5987899" y="5204442"/>
              <a:ext cx="1116000" cy="180000"/>
            </a:xfrm>
            <a:prstGeom prst="rect">
              <a:avLst/>
            </a:prstGeom>
            <a:solidFill>
              <a:srgbClr val="3399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Calibri" charset="0"/>
                  <a:cs typeface="Calibri" charset="0"/>
                </a:rPr>
                <a:t>SAP Solution Manager 7.2</a:t>
              </a:r>
            </a:p>
          </p:txBody>
        </p: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CDE64427-CBE4-AD2A-E456-54D58906356C}"/>
                </a:ext>
              </a:extLst>
            </p:cNvPr>
            <p:cNvSpPr txBox="1"/>
            <p:nvPr/>
          </p:nvSpPr>
          <p:spPr>
            <a:xfrm>
              <a:off x="6023197" y="5416529"/>
              <a:ext cx="1076273" cy="19389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67527" rtl="0" eaLnBrk="1" fontAlgn="base" latinLnBrk="0" hangingPunct="1">
                <a:lnSpc>
                  <a:spcPct val="90000"/>
                </a:lnSpc>
                <a:spcBef>
                  <a:spcPts val="423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SAP Change Management</a:t>
              </a:r>
              <a:b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</a:b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&amp; SAP Monitoring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2B070F02-C4C1-8A21-BA6A-A15F32889E0C}"/>
              </a:ext>
            </a:extLst>
          </p:cNvPr>
          <p:cNvGrpSpPr/>
          <p:nvPr/>
        </p:nvGrpSpPr>
        <p:grpSpPr>
          <a:xfrm>
            <a:off x="7745627" y="4257554"/>
            <a:ext cx="1116002" cy="306749"/>
            <a:chOff x="5987899" y="5244923"/>
            <a:chExt cx="1116002" cy="306749"/>
          </a:xfrm>
        </p:grpSpPr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3C2226EF-6632-AC7C-FBB6-771F5187C618}"/>
                </a:ext>
              </a:extLst>
            </p:cNvPr>
            <p:cNvSpPr/>
            <p:nvPr/>
          </p:nvSpPr>
          <p:spPr bwMode="gray">
            <a:xfrm>
              <a:off x="5987901" y="5244923"/>
              <a:ext cx="1116000" cy="306749"/>
            </a:xfrm>
            <a:prstGeom prst="rect">
              <a:avLst/>
            </a:prstGeom>
            <a:solidFill>
              <a:srgbClr val="CCEC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6DEED0EA-A7BF-9ED7-A913-D5F292C05BE9}"/>
                </a:ext>
              </a:extLst>
            </p:cNvPr>
            <p:cNvSpPr/>
            <p:nvPr/>
          </p:nvSpPr>
          <p:spPr bwMode="gray">
            <a:xfrm>
              <a:off x="5987899" y="5247910"/>
              <a:ext cx="1116000" cy="129578"/>
            </a:xfrm>
            <a:prstGeom prst="rect">
              <a:avLst/>
            </a:prstGeom>
            <a:solidFill>
              <a:srgbClr val="3399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Calibri" charset="0"/>
                  <a:cs typeface="Calibri" charset="0"/>
                </a:rPr>
                <a:t>SAP R/3 ERP ECC 6.0</a:t>
              </a:r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F985B542-7AE5-A678-4554-B925C1750EAD}"/>
                </a:ext>
              </a:extLst>
            </p:cNvPr>
            <p:cNvSpPr txBox="1"/>
            <p:nvPr/>
          </p:nvSpPr>
          <p:spPr>
            <a:xfrm>
              <a:off x="5994254" y="5420172"/>
              <a:ext cx="1108860" cy="96950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67527" rtl="0" eaLnBrk="1" fontAlgn="base" latinLnBrk="0" hangingPunct="1">
                <a:lnSpc>
                  <a:spcPct val="90000"/>
                </a:lnSpc>
                <a:spcBef>
                  <a:spcPts val="423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(ERP-Altsystem)</a:t>
              </a:r>
            </a:p>
          </p:txBody>
        </p:sp>
      </p:grpSp>
      <p:sp>
        <p:nvSpPr>
          <p:cNvPr id="24" name="Rechteck 23">
            <a:extLst>
              <a:ext uri="{FF2B5EF4-FFF2-40B4-BE49-F238E27FC236}">
                <a16:creationId xmlns:a16="http://schemas.microsoft.com/office/drawing/2014/main" id="{324D03E0-163D-AE97-9829-F3EA97D1F9E5}"/>
              </a:ext>
            </a:extLst>
          </p:cNvPr>
          <p:cNvSpPr/>
          <p:nvPr/>
        </p:nvSpPr>
        <p:spPr>
          <a:xfrm>
            <a:off x="10306892" y="3294114"/>
            <a:ext cx="1596648" cy="3030447"/>
          </a:xfrm>
          <a:prstGeom prst="rect">
            <a:avLst/>
          </a:prstGeom>
          <a:solidFill>
            <a:srgbClr val="99CCFF">
              <a:alpha val="75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tIns="36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ADAC Azure</a:t>
            </a:r>
          </a:p>
        </p:txBody>
      </p:sp>
      <p:grpSp>
        <p:nvGrpSpPr>
          <p:cNvPr id="230" name="Gruppieren 229">
            <a:extLst>
              <a:ext uri="{FF2B5EF4-FFF2-40B4-BE49-F238E27FC236}">
                <a16:creationId xmlns:a16="http://schemas.microsoft.com/office/drawing/2014/main" id="{1A69DE7B-B053-02E0-C934-EC9EA607A50E}"/>
              </a:ext>
            </a:extLst>
          </p:cNvPr>
          <p:cNvGrpSpPr/>
          <p:nvPr/>
        </p:nvGrpSpPr>
        <p:grpSpPr>
          <a:xfrm>
            <a:off x="10395241" y="4273861"/>
            <a:ext cx="1414282" cy="1081299"/>
            <a:chOff x="9019256" y="3700282"/>
            <a:chExt cx="1414282" cy="1081299"/>
          </a:xfrm>
        </p:grpSpPr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24EDF0A2-1238-BF41-7F75-D75ACD425CBC}"/>
                </a:ext>
              </a:extLst>
            </p:cNvPr>
            <p:cNvSpPr/>
            <p:nvPr/>
          </p:nvSpPr>
          <p:spPr bwMode="gray">
            <a:xfrm>
              <a:off x="9019257" y="3700282"/>
              <a:ext cx="1414281" cy="1081299"/>
            </a:xfrm>
            <a:prstGeom prst="rect">
              <a:avLst/>
            </a:prstGeom>
            <a:solidFill>
              <a:srgbClr val="CCEC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3C9EB572-5A16-2100-85E5-23750F08AE53}"/>
                </a:ext>
              </a:extLst>
            </p:cNvPr>
            <p:cNvSpPr/>
            <p:nvPr/>
          </p:nvSpPr>
          <p:spPr bwMode="gray">
            <a:xfrm>
              <a:off x="9019257" y="3700282"/>
              <a:ext cx="1414281" cy="180000"/>
            </a:xfrm>
            <a:prstGeom prst="rect">
              <a:avLst/>
            </a:prstGeom>
            <a:solidFill>
              <a:srgbClr val="3399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Calibri" charset="0"/>
                  <a:cs typeface="Calibri" charset="0"/>
                </a:rPr>
                <a:t>SAP S/4HANA FS-CD</a:t>
              </a:r>
            </a:p>
          </p:txBody>
        </p:sp>
        <p:grpSp>
          <p:nvGrpSpPr>
            <p:cNvPr id="229" name="Gruppieren 228">
              <a:extLst>
                <a:ext uri="{FF2B5EF4-FFF2-40B4-BE49-F238E27FC236}">
                  <a16:creationId xmlns:a16="http://schemas.microsoft.com/office/drawing/2014/main" id="{8DE6DC2F-DD9C-C703-AC2B-EB46AA4FE9C5}"/>
                </a:ext>
              </a:extLst>
            </p:cNvPr>
            <p:cNvGrpSpPr/>
            <p:nvPr/>
          </p:nvGrpSpPr>
          <p:grpSpPr>
            <a:xfrm>
              <a:off x="9064978" y="3934335"/>
              <a:ext cx="1318247" cy="188355"/>
              <a:chOff x="9229103" y="3938243"/>
              <a:chExt cx="1318247" cy="188355"/>
            </a:xfrm>
          </p:grpSpPr>
          <p:sp>
            <p:nvSpPr>
              <p:cNvPr id="27" name="Rechteck 26">
                <a:extLst>
                  <a:ext uri="{FF2B5EF4-FFF2-40B4-BE49-F238E27FC236}">
                    <a16:creationId xmlns:a16="http://schemas.microsoft.com/office/drawing/2014/main" id="{07C8D3A2-5A42-3FEF-3958-141F69790DF5}"/>
                  </a:ext>
                </a:extLst>
              </p:cNvPr>
              <p:cNvSpPr/>
              <p:nvPr/>
            </p:nvSpPr>
            <p:spPr bwMode="gray">
              <a:xfrm>
                <a:off x="9229133" y="3938243"/>
                <a:ext cx="1318217" cy="180000"/>
              </a:xfrm>
              <a:prstGeom prst="rect">
                <a:avLst/>
              </a:prstGeom>
              <a:solidFill>
                <a:schemeClr val="bg1"/>
              </a:solidFill>
              <a:ln w="9525" cmpd="sng" algn="ctr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marL="0" marR="0" lvl="0" indent="0" algn="ctr" defTabSz="914216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charset="0"/>
                  <a:ea typeface="+mn-ea"/>
                  <a:cs typeface="Calibri" charset="0"/>
                </a:endParaRPr>
              </a:p>
            </p:txBody>
          </p:sp>
          <p:sp>
            <p:nvSpPr>
              <p:cNvPr id="28" name="Rechteck 27">
                <a:extLst>
                  <a:ext uri="{FF2B5EF4-FFF2-40B4-BE49-F238E27FC236}">
                    <a16:creationId xmlns:a16="http://schemas.microsoft.com/office/drawing/2014/main" id="{1D45DD38-71E9-3D50-129D-1D11622F2556}"/>
                  </a:ext>
                </a:extLst>
              </p:cNvPr>
              <p:cNvSpPr/>
              <p:nvPr/>
            </p:nvSpPr>
            <p:spPr bwMode="gray">
              <a:xfrm>
                <a:off x="9229103" y="3938243"/>
                <a:ext cx="88149" cy="180000"/>
              </a:xfrm>
              <a:prstGeom prst="rect">
                <a:avLst/>
              </a:prstGeom>
              <a:solidFill>
                <a:srgbClr val="3399FF"/>
              </a:solidFill>
              <a:ln w="9525" cmpd="sng" algn="ctr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marL="0" marR="0" lvl="0" indent="0" algn="ctr" defTabSz="914216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741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+mn-ea"/>
                  <a:cs typeface="Calibri" charset="0"/>
                </a:endParaRPr>
              </a:p>
            </p:txBody>
          </p:sp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D5FD6A5D-4E8E-C4CF-76F3-EF4F702A9DF1}"/>
                  </a:ext>
                </a:extLst>
              </p:cNvPr>
              <p:cNvSpPr txBox="1"/>
              <p:nvPr/>
            </p:nvSpPr>
            <p:spPr>
              <a:xfrm>
                <a:off x="9327887" y="3971619"/>
                <a:ext cx="1219463" cy="15497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horz" wrap="square" lIns="0" tIns="0" rIns="0" bIns="0" rtlCol="0">
                <a:spAutoFit/>
              </a:bodyPr>
              <a:lstStyle/>
              <a:p>
                <a:pPr marL="0" marR="0" lvl="0" indent="0" algn="ctr" defTabSz="967527" rtl="0" eaLnBrk="1" fontAlgn="base" latinLnBrk="0" hangingPunct="1">
                  <a:lnSpc>
                    <a:spcPct val="70000"/>
                  </a:lnSpc>
                  <a:spcBef>
                    <a:spcPts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r>
                  <a:rPr kumimoji="0" lang="de-DE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D515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charset="0"/>
                  </a:rPr>
                  <a:t>Financial Services -  </a:t>
                </a:r>
                <a:br>
                  <a:rPr kumimoji="0" lang="de-DE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D515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charset="0"/>
                  </a:rPr>
                </a:br>
                <a:r>
                  <a:rPr kumimoji="0" lang="de-DE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D515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charset="0"/>
                  </a:rPr>
                  <a:t>Collection and </a:t>
                </a:r>
                <a:r>
                  <a:rPr kumimoji="0" lang="de-DE" sz="7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4D515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charset="0"/>
                  </a:rPr>
                  <a:t>Disbursements</a:t>
                </a:r>
                <a:endPara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endParaRPr>
              </a:p>
            </p:txBody>
          </p:sp>
        </p:grpSp>
        <p:sp>
          <p:nvSpPr>
            <p:cNvPr id="30" name="Rechteck 29">
              <a:extLst>
                <a:ext uri="{FF2B5EF4-FFF2-40B4-BE49-F238E27FC236}">
                  <a16:creationId xmlns:a16="http://schemas.microsoft.com/office/drawing/2014/main" id="{7A6CAFCD-8E14-4E1C-E48B-9F46DCB8EAB0}"/>
                </a:ext>
              </a:extLst>
            </p:cNvPr>
            <p:cNvSpPr/>
            <p:nvPr/>
          </p:nvSpPr>
          <p:spPr bwMode="gray">
            <a:xfrm>
              <a:off x="9069967" y="4160269"/>
              <a:ext cx="1318217" cy="180000"/>
            </a:xfrm>
            <a:prstGeom prst="rect">
              <a:avLst/>
            </a:prstGeom>
            <a:solidFill>
              <a:schemeClr val="bg1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31" name="Rechteck 30">
              <a:extLst>
                <a:ext uri="{FF2B5EF4-FFF2-40B4-BE49-F238E27FC236}">
                  <a16:creationId xmlns:a16="http://schemas.microsoft.com/office/drawing/2014/main" id="{445FCF4D-307F-6109-B5DA-FBC1E55BC314}"/>
                </a:ext>
              </a:extLst>
            </p:cNvPr>
            <p:cNvSpPr/>
            <p:nvPr/>
          </p:nvSpPr>
          <p:spPr bwMode="gray">
            <a:xfrm>
              <a:off x="9069937" y="4159020"/>
              <a:ext cx="88149" cy="180000"/>
            </a:xfrm>
            <a:prstGeom prst="rect">
              <a:avLst/>
            </a:prstGeom>
            <a:solidFill>
              <a:srgbClr val="3399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741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224" name="Textfeld 223">
              <a:extLst>
                <a:ext uri="{FF2B5EF4-FFF2-40B4-BE49-F238E27FC236}">
                  <a16:creationId xmlns:a16="http://schemas.microsoft.com/office/drawing/2014/main" id="{5E5EDCA8-A973-0404-727F-47C90101B732}"/>
                </a:ext>
              </a:extLst>
            </p:cNvPr>
            <p:cNvSpPr txBox="1"/>
            <p:nvPr/>
          </p:nvSpPr>
          <p:spPr>
            <a:xfrm>
              <a:off x="9168721" y="4188834"/>
              <a:ext cx="1190568" cy="15497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67527" rtl="0" eaLnBrk="1" fontAlgn="base" latinLnBrk="0" hangingPunct="1">
                <a:lnSpc>
                  <a:spcPct val="7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4D5156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charset="0"/>
                </a:rPr>
                <a:t>Modul FI</a:t>
              </a:r>
              <a:b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4D5156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charset="0"/>
                </a:rPr>
              </a:b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4D5156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charset="0"/>
                </a:rPr>
                <a:t>Financial </a:t>
              </a:r>
              <a:r>
                <a:rPr kumimoji="0" lang="de-DE" sz="7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4D5156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charset="0"/>
                </a:rPr>
                <a:t>Accountíng</a:t>
              </a:r>
              <a:endPara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endParaRPr>
            </a:p>
          </p:txBody>
        </p:sp>
        <p:sp>
          <p:nvSpPr>
            <p:cNvPr id="225" name="Rechteck 224">
              <a:extLst>
                <a:ext uri="{FF2B5EF4-FFF2-40B4-BE49-F238E27FC236}">
                  <a16:creationId xmlns:a16="http://schemas.microsoft.com/office/drawing/2014/main" id="{8118E82F-BD71-55DB-1A62-33C89F99F1F2}"/>
                </a:ext>
              </a:extLst>
            </p:cNvPr>
            <p:cNvSpPr/>
            <p:nvPr/>
          </p:nvSpPr>
          <p:spPr bwMode="gray">
            <a:xfrm>
              <a:off x="9073876" y="4390874"/>
              <a:ext cx="1318218" cy="180000"/>
            </a:xfrm>
            <a:prstGeom prst="rect">
              <a:avLst/>
            </a:prstGeom>
            <a:solidFill>
              <a:schemeClr val="bg1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226" name="Rechteck 225">
              <a:extLst>
                <a:ext uri="{FF2B5EF4-FFF2-40B4-BE49-F238E27FC236}">
                  <a16:creationId xmlns:a16="http://schemas.microsoft.com/office/drawing/2014/main" id="{9794C2B1-8B70-79AF-DAD0-80E42FCEA6F5}"/>
                </a:ext>
              </a:extLst>
            </p:cNvPr>
            <p:cNvSpPr/>
            <p:nvPr/>
          </p:nvSpPr>
          <p:spPr bwMode="gray">
            <a:xfrm>
              <a:off x="9073846" y="4392706"/>
              <a:ext cx="88149" cy="180000"/>
            </a:xfrm>
            <a:prstGeom prst="rect">
              <a:avLst/>
            </a:prstGeom>
            <a:solidFill>
              <a:srgbClr val="3399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741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227" name="Textfeld 226">
              <a:extLst>
                <a:ext uri="{FF2B5EF4-FFF2-40B4-BE49-F238E27FC236}">
                  <a16:creationId xmlns:a16="http://schemas.microsoft.com/office/drawing/2014/main" id="{F767190B-1CCF-0597-7EDC-48527000987D}"/>
                </a:ext>
              </a:extLst>
            </p:cNvPr>
            <p:cNvSpPr txBox="1"/>
            <p:nvPr/>
          </p:nvSpPr>
          <p:spPr>
            <a:xfrm>
              <a:off x="9168721" y="4419803"/>
              <a:ext cx="1190568" cy="15497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67527" rtl="0" eaLnBrk="1" fontAlgn="base" latinLnBrk="0" hangingPunct="1">
                <a:lnSpc>
                  <a:spcPct val="7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4D5156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charset="0"/>
                </a:rPr>
                <a:t>Modul CO</a:t>
              </a:r>
              <a:b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4D5156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charset="0"/>
                </a:rPr>
              </a:b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4D5156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charset="0"/>
                </a:rPr>
                <a:t>Controlling</a:t>
              </a:r>
              <a:endPara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endParaRPr>
            </a:p>
          </p:txBody>
        </p:sp>
        <p:sp>
          <p:nvSpPr>
            <p:cNvPr id="228" name="Textfeld 227">
              <a:extLst>
                <a:ext uri="{FF2B5EF4-FFF2-40B4-BE49-F238E27FC236}">
                  <a16:creationId xmlns:a16="http://schemas.microsoft.com/office/drawing/2014/main" id="{8EBFD1E6-938F-C9D1-0049-12F920A0CDBB}"/>
                </a:ext>
              </a:extLst>
            </p:cNvPr>
            <p:cNvSpPr txBox="1"/>
            <p:nvPr/>
          </p:nvSpPr>
          <p:spPr>
            <a:xfrm>
              <a:off x="9019256" y="4618469"/>
              <a:ext cx="1414281" cy="110800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67527" rtl="0" eaLnBrk="1" fontAlgn="base" latinLnBrk="0" hangingPunct="1">
                <a:lnSpc>
                  <a:spcPct val="90000"/>
                </a:lnSpc>
                <a:spcBef>
                  <a:spcPts val="423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In-/Exkasso Mitglieder/</a:t>
              </a:r>
              <a:r>
                <a:rPr kumimoji="0" lang="de-DE" sz="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Versich</a:t>
              </a: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.</a:t>
              </a:r>
            </a:p>
          </p:txBody>
        </p:sp>
      </p:grpSp>
      <p:sp>
        <p:nvSpPr>
          <p:cNvPr id="232" name="Rechteck 231">
            <a:extLst>
              <a:ext uri="{FF2B5EF4-FFF2-40B4-BE49-F238E27FC236}">
                <a16:creationId xmlns:a16="http://schemas.microsoft.com/office/drawing/2014/main" id="{2CAA2D42-8522-E410-4F33-FF735DA51E42}"/>
              </a:ext>
            </a:extLst>
          </p:cNvPr>
          <p:cNvSpPr/>
          <p:nvPr/>
        </p:nvSpPr>
        <p:spPr bwMode="gray">
          <a:xfrm>
            <a:off x="10389966" y="3531569"/>
            <a:ext cx="1421735" cy="293597"/>
          </a:xfrm>
          <a:prstGeom prst="rect">
            <a:avLst/>
          </a:prstGeom>
          <a:solidFill>
            <a:srgbClr val="CCECFF"/>
          </a:solidFill>
          <a:ln w="9525" cmpd="sng" algn="ctr">
            <a:solidFill>
              <a:srgbClr val="3366FF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+mn-ea"/>
              <a:cs typeface="Calibri" charset="0"/>
            </a:endParaRPr>
          </a:p>
        </p:txBody>
      </p:sp>
      <p:sp>
        <p:nvSpPr>
          <p:cNvPr id="233" name="Rechteck 232">
            <a:extLst>
              <a:ext uri="{FF2B5EF4-FFF2-40B4-BE49-F238E27FC236}">
                <a16:creationId xmlns:a16="http://schemas.microsoft.com/office/drawing/2014/main" id="{2A95C5CD-5BF9-603F-37A7-23905483833D}"/>
              </a:ext>
            </a:extLst>
          </p:cNvPr>
          <p:cNvSpPr/>
          <p:nvPr/>
        </p:nvSpPr>
        <p:spPr bwMode="gray">
          <a:xfrm>
            <a:off x="10394169" y="3529341"/>
            <a:ext cx="1418266" cy="144000"/>
          </a:xfrm>
          <a:prstGeom prst="rect">
            <a:avLst/>
          </a:prstGeom>
          <a:solidFill>
            <a:srgbClr val="3399FF"/>
          </a:solidFill>
          <a:ln w="9525" cmpd="sng" algn="ctr">
            <a:solidFill>
              <a:srgbClr val="3366FF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rPr>
              <a:t>SAP Cloud Connector</a:t>
            </a:r>
          </a:p>
        </p:txBody>
      </p:sp>
      <p:sp>
        <p:nvSpPr>
          <p:cNvPr id="234" name="Rechteck 233">
            <a:extLst>
              <a:ext uri="{FF2B5EF4-FFF2-40B4-BE49-F238E27FC236}">
                <a16:creationId xmlns:a16="http://schemas.microsoft.com/office/drawing/2014/main" id="{D77BA4BA-D570-73B0-2F87-EA03B2A36AA1}"/>
              </a:ext>
            </a:extLst>
          </p:cNvPr>
          <p:cNvSpPr/>
          <p:nvPr/>
        </p:nvSpPr>
        <p:spPr bwMode="gray">
          <a:xfrm>
            <a:off x="9023490" y="4271453"/>
            <a:ext cx="1116000" cy="1527246"/>
          </a:xfrm>
          <a:prstGeom prst="rect">
            <a:avLst/>
          </a:prstGeom>
          <a:solidFill>
            <a:srgbClr val="CCECFF"/>
          </a:solidFill>
          <a:ln w="9525" cmpd="sng" algn="ctr">
            <a:solidFill>
              <a:srgbClr val="3366FF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+mn-ea"/>
              <a:cs typeface="Calibri" charset="0"/>
            </a:endParaRPr>
          </a:p>
        </p:txBody>
      </p:sp>
      <p:sp>
        <p:nvSpPr>
          <p:cNvPr id="235" name="Rechteck 234">
            <a:extLst>
              <a:ext uri="{FF2B5EF4-FFF2-40B4-BE49-F238E27FC236}">
                <a16:creationId xmlns:a16="http://schemas.microsoft.com/office/drawing/2014/main" id="{51B5B324-0AF0-C254-4E8E-E4927905F1E6}"/>
              </a:ext>
            </a:extLst>
          </p:cNvPr>
          <p:cNvSpPr/>
          <p:nvPr/>
        </p:nvSpPr>
        <p:spPr bwMode="gray">
          <a:xfrm>
            <a:off x="9023933" y="4271454"/>
            <a:ext cx="1116000" cy="180000"/>
          </a:xfrm>
          <a:prstGeom prst="rect">
            <a:avLst/>
          </a:prstGeom>
          <a:solidFill>
            <a:srgbClr val="3399FF"/>
          </a:solidFill>
          <a:ln w="9525" cmpd="sng" algn="ctr">
            <a:solidFill>
              <a:srgbClr val="3366FF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rPr>
              <a:t>SAP S/4HANA HCM</a:t>
            </a:r>
          </a:p>
        </p:txBody>
      </p:sp>
      <p:sp>
        <p:nvSpPr>
          <p:cNvPr id="236" name="Textfeld 235">
            <a:extLst>
              <a:ext uri="{FF2B5EF4-FFF2-40B4-BE49-F238E27FC236}">
                <a16:creationId xmlns:a16="http://schemas.microsoft.com/office/drawing/2014/main" id="{C09C38F9-6A8F-BCC1-F2F6-069D1F85FA05}"/>
              </a:ext>
            </a:extLst>
          </p:cNvPr>
          <p:cNvSpPr txBox="1"/>
          <p:nvPr/>
        </p:nvSpPr>
        <p:spPr>
          <a:xfrm>
            <a:off x="9046764" y="5514475"/>
            <a:ext cx="1096903" cy="205184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67527" rtl="0" eaLnBrk="1" fontAlgn="base" latinLnBrk="0" hangingPunct="1">
              <a:lnSpc>
                <a:spcPct val="90000"/>
              </a:lnSpc>
              <a:spcBef>
                <a:spcPts val="423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de-DE" sz="741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rPr>
              <a:t>(Human Capital </a:t>
            </a:r>
            <a:br>
              <a:rPr kumimoji="0" lang="de-DE" sz="741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rPr>
            </a:br>
            <a:r>
              <a:rPr kumimoji="0" lang="de-DE" sz="741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rPr>
              <a:t>Management)</a:t>
            </a:r>
          </a:p>
        </p:txBody>
      </p: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438B6529-C11A-5486-7F3F-2E80F60A384D}"/>
              </a:ext>
            </a:extLst>
          </p:cNvPr>
          <p:cNvGrpSpPr/>
          <p:nvPr/>
        </p:nvGrpSpPr>
        <p:grpSpPr>
          <a:xfrm>
            <a:off x="9066472" y="4552506"/>
            <a:ext cx="1043990" cy="217250"/>
            <a:chOff x="7305903" y="4701753"/>
            <a:chExt cx="1043990" cy="217250"/>
          </a:xfrm>
        </p:grpSpPr>
        <p:sp>
          <p:nvSpPr>
            <p:cNvPr id="237" name="Rechteck 236">
              <a:extLst>
                <a:ext uri="{FF2B5EF4-FFF2-40B4-BE49-F238E27FC236}">
                  <a16:creationId xmlns:a16="http://schemas.microsoft.com/office/drawing/2014/main" id="{0EDC0863-5CD1-222E-8A75-DE8045699650}"/>
                </a:ext>
              </a:extLst>
            </p:cNvPr>
            <p:cNvSpPr/>
            <p:nvPr/>
          </p:nvSpPr>
          <p:spPr bwMode="gray">
            <a:xfrm>
              <a:off x="7305931" y="4703003"/>
              <a:ext cx="1043962" cy="216000"/>
            </a:xfrm>
            <a:prstGeom prst="rect">
              <a:avLst/>
            </a:prstGeom>
            <a:solidFill>
              <a:schemeClr val="bg1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238" name="Rechteck 237">
              <a:extLst>
                <a:ext uri="{FF2B5EF4-FFF2-40B4-BE49-F238E27FC236}">
                  <a16:creationId xmlns:a16="http://schemas.microsoft.com/office/drawing/2014/main" id="{CC6A84C2-8DE4-2A53-1918-BFAE86D1362A}"/>
                </a:ext>
              </a:extLst>
            </p:cNvPr>
            <p:cNvSpPr/>
            <p:nvPr/>
          </p:nvSpPr>
          <p:spPr bwMode="gray">
            <a:xfrm>
              <a:off x="7305903" y="4701753"/>
              <a:ext cx="85845" cy="216000"/>
            </a:xfrm>
            <a:prstGeom prst="rect">
              <a:avLst/>
            </a:prstGeom>
            <a:solidFill>
              <a:srgbClr val="3399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741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239" name="Textfeld 238">
              <a:extLst>
                <a:ext uri="{FF2B5EF4-FFF2-40B4-BE49-F238E27FC236}">
                  <a16:creationId xmlns:a16="http://schemas.microsoft.com/office/drawing/2014/main" id="{A10DC456-ED11-2003-27AE-AC87D4A7A405}"/>
                </a:ext>
              </a:extLst>
            </p:cNvPr>
            <p:cNvSpPr txBox="1"/>
            <p:nvPr/>
          </p:nvSpPr>
          <p:spPr>
            <a:xfrm>
              <a:off x="7391747" y="4740346"/>
              <a:ext cx="921296" cy="16478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67527" rtl="0" eaLnBrk="1" fontAlgn="base" latinLnBrk="0" hangingPunct="1">
                <a:lnSpc>
                  <a:spcPct val="7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41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PY - </a:t>
              </a:r>
              <a:r>
                <a:rPr kumimoji="0" lang="de-DE" sz="741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Payroll</a:t>
              </a:r>
              <a:br>
                <a:rPr kumimoji="0" lang="de-DE" sz="741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</a:br>
              <a:r>
                <a:rPr kumimoji="0" lang="de-DE" sz="741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(Gehaltabrechnung)</a:t>
              </a:r>
            </a:p>
          </p:txBody>
        </p:sp>
      </p:grp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90FA0B50-5CD0-5B9B-31C7-3AF712A7B7EB}"/>
              </a:ext>
            </a:extLst>
          </p:cNvPr>
          <p:cNvGrpSpPr/>
          <p:nvPr/>
        </p:nvGrpSpPr>
        <p:grpSpPr>
          <a:xfrm>
            <a:off x="9063060" y="4850864"/>
            <a:ext cx="1049526" cy="217249"/>
            <a:chOff x="7300367" y="4969958"/>
            <a:chExt cx="1049526" cy="217249"/>
          </a:xfrm>
        </p:grpSpPr>
        <p:sp>
          <p:nvSpPr>
            <p:cNvPr id="240" name="Rechteck 239">
              <a:extLst>
                <a:ext uri="{FF2B5EF4-FFF2-40B4-BE49-F238E27FC236}">
                  <a16:creationId xmlns:a16="http://schemas.microsoft.com/office/drawing/2014/main" id="{800B96B3-1635-2D0C-317D-7E1595F20DEF}"/>
                </a:ext>
              </a:extLst>
            </p:cNvPr>
            <p:cNvSpPr/>
            <p:nvPr/>
          </p:nvSpPr>
          <p:spPr bwMode="gray">
            <a:xfrm>
              <a:off x="7300395" y="4971207"/>
              <a:ext cx="1049498" cy="216000"/>
            </a:xfrm>
            <a:prstGeom prst="rect">
              <a:avLst/>
            </a:prstGeom>
            <a:solidFill>
              <a:schemeClr val="bg1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241" name="Rechteck 240">
              <a:extLst>
                <a:ext uri="{FF2B5EF4-FFF2-40B4-BE49-F238E27FC236}">
                  <a16:creationId xmlns:a16="http://schemas.microsoft.com/office/drawing/2014/main" id="{0AB3F086-CCDE-1C04-496D-AA72A27F4170}"/>
                </a:ext>
              </a:extLst>
            </p:cNvPr>
            <p:cNvSpPr/>
            <p:nvPr/>
          </p:nvSpPr>
          <p:spPr bwMode="gray">
            <a:xfrm>
              <a:off x="7300367" y="4969958"/>
              <a:ext cx="85845" cy="216000"/>
            </a:xfrm>
            <a:prstGeom prst="rect">
              <a:avLst/>
            </a:prstGeom>
            <a:solidFill>
              <a:srgbClr val="3399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741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242" name="Textfeld 241">
              <a:extLst>
                <a:ext uri="{FF2B5EF4-FFF2-40B4-BE49-F238E27FC236}">
                  <a16:creationId xmlns:a16="http://schemas.microsoft.com/office/drawing/2014/main" id="{A117F315-4127-3D40-69A6-59BE61AFC85A}"/>
                </a:ext>
              </a:extLst>
            </p:cNvPr>
            <p:cNvSpPr txBox="1"/>
            <p:nvPr/>
          </p:nvSpPr>
          <p:spPr>
            <a:xfrm>
              <a:off x="7386211" y="5008550"/>
              <a:ext cx="963681" cy="16478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67527" rtl="0" eaLnBrk="1" fontAlgn="base" latinLnBrk="0" hangingPunct="1">
                <a:lnSpc>
                  <a:spcPct val="7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41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PT - Time Management</a:t>
              </a:r>
              <a:br>
                <a:rPr kumimoji="0" lang="de-DE" sz="741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</a:br>
              <a:r>
                <a:rPr kumimoji="0" lang="de-DE" sz="741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(Personalzeitwirtschaft)</a:t>
              </a:r>
            </a:p>
          </p:txBody>
        </p:sp>
      </p:grpSp>
      <p:sp>
        <p:nvSpPr>
          <p:cNvPr id="243" name="Rechteck 242">
            <a:extLst>
              <a:ext uri="{FF2B5EF4-FFF2-40B4-BE49-F238E27FC236}">
                <a16:creationId xmlns:a16="http://schemas.microsoft.com/office/drawing/2014/main" id="{32F901A8-E03A-73A1-1DEA-82706D83F4B9}"/>
              </a:ext>
            </a:extLst>
          </p:cNvPr>
          <p:cNvSpPr/>
          <p:nvPr/>
        </p:nvSpPr>
        <p:spPr bwMode="gray">
          <a:xfrm>
            <a:off x="8977744" y="4627454"/>
            <a:ext cx="139873" cy="110185"/>
          </a:xfrm>
          <a:prstGeom prst="rect">
            <a:avLst/>
          </a:prstGeom>
          <a:noFill/>
          <a:ln w="9525" cmpd="sng" algn="ctr">
            <a:noFill/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+mn-ea"/>
              <a:cs typeface="Calibri" charset="0"/>
            </a:endParaRPr>
          </a:p>
        </p:txBody>
      </p:sp>
      <p:sp>
        <p:nvSpPr>
          <p:cNvPr id="244" name="Rechteck 243">
            <a:extLst>
              <a:ext uri="{FF2B5EF4-FFF2-40B4-BE49-F238E27FC236}">
                <a16:creationId xmlns:a16="http://schemas.microsoft.com/office/drawing/2014/main" id="{1D9E2FD1-67C2-1DB3-1C30-225107A36A85}"/>
              </a:ext>
            </a:extLst>
          </p:cNvPr>
          <p:cNvSpPr/>
          <p:nvPr/>
        </p:nvSpPr>
        <p:spPr bwMode="gray">
          <a:xfrm>
            <a:off x="9016666" y="3398869"/>
            <a:ext cx="1128656" cy="293597"/>
          </a:xfrm>
          <a:prstGeom prst="rect">
            <a:avLst/>
          </a:prstGeom>
          <a:solidFill>
            <a:srgbClr val="CCECFF"/>
          </a:solidFill>
          <a:ln w="9525" cmpd="sng" algn="ctr">
            <a:solidFill>
              <a:srgbClr val="3366FF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+mn-ea"/>
              <a:cs typeface="Calibri" charset="0"/>
            </a:endParaRPr>
          </a:p>
        </p:txBody>
      </p:sp>
      <p:sp>
        <p:nvSpPr>
          <p:cNvPr id="245" name="Rechteck 244">
            <a:extLst>
              <a:ext uri="{FF2B5EF4-FFF2-40B4-BE49-F238E27FC236}">
                <a16:creationId xmlns:a16="http://schemas.microsoft.com/office/drawing/2014/main" id="{A88911A7-AC94-95F3-FC45-25A81C27616A}"/>
              </a:ext>
            </a:extLst>
          </p:cNvPr>
          <p:cNvSpPr/>
          <p:nvPr/>
        </p:nvSpPr>
        <p:spPr bwMode="gray">
          <a:xfrm>
            <a:off x="9016666" y="3396641"/>
            <a:ext cx="1128656" cy="144000"/>
          </a:xfrm>
          <a:prstGeom prst="rect">
            <a:avLst/>
          </a:prstGeom>
          <a:solidFill>
            <a:srgbClr val="3399FF"/>
          </a:solidFill>
          <a:ln w="9525" cmpd="sng" algn="ctr">
            <a:solidFill>
              <a:srgbClr val="3366FF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rPr>
              <a:t>SAP Cloud Connector</a:t>
            </a:r>
          </a:p>
        </p:txBody>
      </p: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3B7EC7D4-4B4C-6E09-35E5-9FAC9C496614}"/>
              </a:ext>
            </a:extLst>
          </p:cNvPr>
          <p:cNvGrpSpPr/>
          <p:nvPr/>
        </p:nvGrpSpPr>
        <p:grpSpPr>
          <a:xfrm>
            <a:off x="10651760" y="1229382"/>
            <a:ext cx="1215172" cy="945590"/>
            <a:chOff x="9587263" y="1074155"/>
            <a:chExt cx="1215172" cy="945590"/>
          </a:xfrm>
        </p:grpSpPr>
        <p:sp>
          <p:nvSpPr>
            <p:cNvPr id="246" name="Rechteck 245">
              <a:extLst>
                <a:ext uri="{FF2B5EF4-FFF2-40B4-BE49-F238E27FC236}">
                  <a16:creationId xmlns:a16="http://schemas.microsoft.com/office/drawing/2014/main" id="{3E4962EC-60B8-AF82-B185-159A0441766F}"/>
                </a:ext>
              </a:extLst>
            </p:cNvPr>
            <p:cNvSpPr/>
            <p:nvPr/>
          </p:nvSpPr>
          <p:spPr bwMode="gray">
            <a:xfrm>
              <a:off x="9587263" y="1074156"/>
              <a:ext cx="1215171" cy="945589"/>
            </a:xfrm>
            <a:prstGeom prst="rect">
              <a:avLst/>
            </a:prstGeom>
            <a:solidFill>
              <a:srgbClr val="CCEC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247" name="Rechteck 246">
              <a:extLst>
                <a:ext uri="{FF2B5EF4-FFF2-40B4-BE49-F238E27FC236}">
                  <a16:creationId xmlns:a16="http://schemas.microsoft.com/office/drawing/2014/main" id="{FCEC53B8-4361-9F1B-7E45-1C99DE71B086}"/>
                </a:ext>
              </a:extLst>
            </p:cNvPr>
            <p:cNvSpPr/>
            <p:nvPr/>
          </p:nvSpPr>
          <p:spPr bwMode="gray">
            <a:xfrm>
              <a:off x="9587263" y="1074155"/>
              <a:ext cx="1215172" cy="180000"/>
            </a:xfrm>
            <a:prstGeom prst="rect">
              <a:avLst/>
            </a:prstGeom>
            <a:solidFill>
              <a:srgbClr val="3399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Calibri" charset="0"/>
                  <a:cs typeface="Calibri" charset="0"/>
                </a:rPr>
                <a:t>SAP SuccessFactors</a:t>
              </a:r>
            </a:p>
          </p:txBody>
        </p:sp>
        <p:grpSp>
          <p:nvGrpSpPr>
            <p:cNvPr id="44" name="Gruppieren 43">
              <a:extLst>
                <a:ext uri="{FF2B5EF4-FFF2-40B4-BE49-F238E27FC236}">
                  <a16:creationId xmlns:a16="http://schemas.microsoft.com/office/drawing/2014/main" id="{31EF0A4E-9045-E65F-48A4-DE9F2D7CC448}"/>
                </a:ext>
              </a:extLst>
            </p:cNvPr>
            <p:cNvGrpSpPr/>
            <p:nvPr/>
          </p:nvGrpSpPr>
          <p:grpSpPr>
            <a:xfrm>
              <a:off x="9639375" y="1302992"/>
              <a:ext cx="1100478" cy="181250"/>
              <a:chOff x="9670667" y="1390283"/>
              <a:chExt cx="1100478" cy="181250"/>
            </a:xfrm>
          </p:grpSpPr>
          <p:sp>
            <p:nvSpPr>
              <p:cNvPr id="248" name="Rechteck 247">
                <a:extLst>
                  <a:ext uri="{FF2B5EF4-FFF2-40B4-BE49-F238E27FC236}">
                    <a16:creationId xmlns:a16="http://schemas.microsoft.com/office/drawing/2014/main" id="{6470D67D-823C-0AE2-0F9F-7F25ECC9DB23}"/>
                  </a:ext>
                </a:extLst>
              </p:cNvPr>
              <p:cNvSpPr/>
              <p:nvPr/>
            </p:nvSpPr>
            <p:spPr bwMode="gray">
              <a:xfrm>
                <a:off x="9670694" y="1391533"/>
                <a:ext cx="1100451" cy="180000"/>
              </a:xfrm>
              <a:prstGeom prst="rect">
                <a:avLst/>
              </a:prstGeom>
              <a:solidFill>
                <a:schemeClr val="bg1"/>
              </a:solidFill>
              <a:ln w="9525" cmpd="sng" algn="ctr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marL="0" marR="0" lvl="0" indent="0" algn="ctr" defTabSz="914216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charset="0"/>
                  <a:ea typeface="+mn-ea"/>
                  <a:cs typeface="Calibri" charset="0"/>
                </a:endParaRPr>
              </a:p>
            </p:txBody>
          </p:sp>
          <p:sp>
            <p:nvSpPr>
              <p:cNvPr id="32" name="Rechteck 31">
                <a:extLst>
                  <a:ext uri="{FF2B5EF4-FFF2-40B4-BE49-F238E27FC236}">
                    <a16:creationId xmlns:a16="http://schemas.microsoft.com/office/drawing/2014/main" id="{B4EAB2E4-527C-9FBC-9694-952990556DD4}"/>
                  </a:ext>
                </a:extLst>
              </p:cNvPr>
              <p:cNvSpPr/>
              <p:nvPr/>
            </p:nvSpPr>
            <p:spPr bwMode="gray">
              <a:xfrm>
                <a:off x="9670667" y="1390283"/>
                <a:ext cx="85845" cy="180000"/>
              </a:xfrm>
              <a:prstGeom prst="rect">
                <a:avLst/>
              </a:prstGeom>
              <a:solidFill>
                <a:srgbClr val="3399FF"/>
              </a:solidFill>
              <a:ln w="9525" cmpd="sng" algn="ctr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marL="0" marR="0" lvl="0" indent="0" algn="ctr" defTabSz="914216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741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+mn-ea"/>
                  <a:cs typeface="Calibri" charset="0"/>
                </a:endParaRPr>
              </a:p>
            </p:txBody>
          </p:sp>
          <p:sp>
            <p:nvSpPr>
              <p:cNvPr id="33" name="Textfeld 32">
                <a:extLst>
                  <a:ext uri="{FF2B5EF4-FFF2-40B4-BE49-F238E27FC236}">
                    <a16:creationId xmlns:a16="http://schemas.microsoft.com/office/drawing/2014/main" id="{21645BD2-E9C7-C638-FB48-CFF713799F99}"/>
                  </a:ext>
                </a:extLst>
              </p:cNvPr>
              <p:cNvSpPr txBox="1"/>
              <p:nvPr/>
            </p:nvSpPr>
            <p:spPr>
              <a:xfrm>
                <a:off x="9756511" y="1408014"/>
                <a:ext cx="1014633" cy="1556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horz" wrap="square" lIns="0" tIns="0" rIns="0" bIns="0" rtlCol="0">
                <a:spAutoFit/>
              </a:bodyPr>
              <a:lstStyle/>
              <a:p>
                <a:pPr marL="0" marR="0" lvl="0" indent="0" algn="ctr" defTabSz="967527" rtl="0" eaLnBrk="1" fontAlgn="base" latinLnBrk="0" hangingPunct="1">
                  <a:lnSpc>
                    <a:spcPct val="70000"/>
                  </a:lnSpc>
                  <a:spcBef>
                    <a:spcPts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r>
                  <a:rPr kumimoji="0" lang="de-DE" sz="7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Arial Narrow" pitchFamily="34" charset="0"/>
                  </a:rPr>
                  <a:t>Employee</a:t>
                </a:r>
                <a:r>
                  <a:rPr kumimoji="0" lang="de-DE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Arial Narrow" pitchFamily="34" charset="0"/>
                  </a:rPr>
                  <a:t> Central</a:t>
                </a:r>
                <a:br>
                  <a:rPr kumimoji="0" lang="de-DE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Arial Narrow" pitchFamily="34" charset="0"/>
                  </a:rPr>
                </a:br>
                <a:r>
                  <a:rPr kumimoji="0" lang="de-DE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Arial Narrow" pitchFamily="34" charset="0"/>
                  </a:rPr>
                  <a:t>(HR Plattform)</a:t>
                </a:r>
              </a:p>
            </p:txBody>
          </p:sp>
        </p:grpSp>
        <p:grpSp>
          <p:nvGrpSpPr>
            <p:cNvPr id="45" name="Gruppieren 44">
              <a:extLst>
                <a:ext uri="{FF2B5EF4-FFF2-40B4-BE49-F238E27FC236}">
                  <a16:creationId xmlns:a16="http://schemas.microsoft.com/office/drawing/2014/main" id="{DD9AADE6-0703-41EF-D7A8-89EF19C278C5}"/>
                </a:ext>
              </a:extLst>
            </p:cNvPr>
            <p:cNvGrpSpPr/>
            <p:nvPr/>
          </p:nvGrpSpPr>
          <p:grpSpPr>
            <a:xfrm>
              <a:off x="9639374" y="1535023"/>
              <a:ext cx="1092106" cy="181249"/>
              <a:chOff x="9639374" y="1535023"/>
              <a:chExt cx="1092106" cy="181249"/>
            </a:xfrm>
          </p:grpSpPr>
          <p:sp>
            <p:nvSpPr>
              <p:cNvPr id="34" name="Rechteck 33">
                <a:extLst>
                  <a:ext uri="{FF2B5EF4-FFF2-40B4-BE49-F238E27FC236}">
                    <a16:creationId xmlns:a16="http://schemas.microsoft.com/office/drawing/2014/main" id="{5923D0D7-52A3-2A37-EB38-5F5D1CC8CBAA}"/>
                  </a:ext>
                </a:extLst>
              </p:cNvPr>
              <p:cNvSpPr/>
              <p:nvPr/>
            </p:nvSpPr>
            <p:spPr bwMode="gray">
              <a:xfrm>
                <a:off x="9639401" y="1536272"/>
                <a:ext cx="1092079" cy="180000"/>
              </a:xfrm>
              <a:prstGeom prst="rect">
                <a:avLst/>
              </a:prstGeom>
              <a:solidFill>
                <a:schemeClr val="bg1"/>
              </a:solidFill>
              <a:ln w="9525" cmpd="sng" algn="ctr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marL="0" marR="0" lvl="0" indent="0" algn="ctr" defTabSz="914216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charset="0"/>
                  <a:ea typeface="+mn-ea"/>
                  <a:cs typeface="Calibri" charset="0"/>
                </a:endParaRPr>
              </a:p>
            </p:txBody>
          </p:sp>
          <p:sp>
            <p:nvSpPr>
              <p:cNvPr id="35" name="Rechteck 34">
                <a:extLst>
                  <a:ext uri="{FF2B5EF4-FFF2-40B4-BE49-F238E27FC236}">
                    <a16:creationId xmlns:a16="http://schemas.microsoft.com/office/drawing/2014/main" id="{36E58781-B5FF-4C6A-4741-416B86FA5987}"/>
                  </a:ext>
                </a:extLst>
              </p:cNvPr>
              <p:cNvSpPr/>
              <p:nvPr/>
            </p:nvSpPr>
            <p:spPr bwMode="gray">
              <a:xfrm>
                <a:off x="9639374" y="1535023"/>
                <a:ext cx="85845" cy="180000"/>
              </a:xfrm>
              <a:prstGeom prst="rect">
                <a:avLst/>
              </a:prstGeom>
              <a:solidFill>
                <a:srgbClr val="3399FF"/>
              </a:solidFill>
              <a:ln w="9525" cmpd="sng" algn="ctr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 rtlCol="0" anchor="ctr"/>
              <a:lstStyle/>
              <a:p>
                <a:pPr marL="0" marR="0" lvl="0" indent="0" algn="ctr" defTabSz="914216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741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+mn-ea"/>
                  <a:cs typeface="Calibri" charset="0"/>
                </a:endParaRPr>
              </a:p>
            </p:txBody>
          </p:sp>
          <p:sp>
            <p:nvSpPr>
              <p:cNvPr id="36" name="Textfeld 35">
                <a:extLst>
                  <a:ext uri="{FF2B5EF4-FFF2-40B4-BE49-F238E27FC236}">
                    <a16:creationId xmlns:a16="http://schemas.microsoft.com/office/drawing/2014/main" id="{C8272338-6FD3-181F-11C8-4E4DBE7E9E20}"/>
                  </a:ext>
                </a:extLst>
              </p:cNvPr>
              <p:cNvSpPr txBox="1"/>
              <p:nvPr/>
            </p:nvSpPr>
            <p:spPr>
              <a:xfrm>
                <a:off x="9725219" y="1556230"/>
                <a:ext cx="1006261" cy="1556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horz" wrap="square" lIns="0" tIns="0" rIns="0" bIns="0" rtlCol="0">
                <a:spAutoFit/>
              </a:bodyPr>
              <a:lstStyle/>
              <a:p>
                <a:pPr marL="0" marR="0" lvl="0" indent="0" algn="ctr" defTabSz="967527" rtl="0" eaLnBrk="1" fontAlgn="base" latinLnBrk="0" hangingPunct="1">
                  <a:lnSpc>
                    <a:spcPct val="70000"/>
                  </a:lnSpc>
                  <a:spcBef>
                    <a:spcPts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Tx/>
                  <a:buNone/>
                  <a:tabLst/>
                  <a:defRPr/>
                </a:pPr>
                <a:r>
                  <a:rPr kumimoji="0" lang="de-DE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Arial Narrow" pitchFamily="34" charset="0"/>
                  </a:rPr>
                  <a:t>Talent Management</a:t>
                </a:r>
                <a:br>
                  <a:rPr kumimoji="0" lang="de-DE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Arial Narrow" pitchFamily="34" charset="0"/>
                  </a:rPr>
                </a:br>
                <a:r>
                  <a:rPr kumimoji="0" lang="de-DE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Arial Narrow" pitchFamily="34" charset="0"/>
                  </a:rPr>
                  <a:t>(Recruiting, Onboarding…)</a:t>
                </a:r>
              </a:p>
            </p:txBody>
          </p:sp>
        </p:grpSp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97FB1AEC-AB23-23FA-882D-07A1B951C5D3}"/>
                </a:ext>
              </a:extLst>
            </p:cNvPr>
            <p:cNvSpPr/>
            <p:nvPr/>
          </p:nvSpPr>
          <p:spPr bwMode="gray">
            <a:xfrm>
              <a:off x="9639401" y="1779701"/>
              <a:ext cx="1092079" cy="180000"/>
            </a:xfrm>
            <a:prstGeom prst="rect">
              <a:avLst/>
            </a:prstGeom>
            <a:solidFill>
              <a:schemeClr val="bg1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38" name="Rechteck 37">
              <a:extLst>
                <a:ext uri="{FF2B5EF4-FFF2-40B4-BE49-F238E27FC236}">
                  <a16:creationId xmlns:a16="http://schemas.microsoft.com/office/drawing/2014/main" id="{C226F3B3-3962-62A7-1E04-A7A5B1CB0070}"/>
                </a:ext>
              </a:extLst>
            </p:cNvPr>
            <p:cNvSpPr/>
            <p:nvPr/>
          </p:nvSpPr>
          <p:spPr bwMode="gray">
            <a:xfrm>
              <a:off x="9639374" y="1778452"/>
              <a:ext cx="85845" cy="180000"/>
            </a:xfrm>
            <a:prstGeom prst="rect">
              <a:avLst/>
            </a:prstGeom>
            <a:solidFill>
              <a:srgbClr val="3399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741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39" name="Textfeld 38">
              <a:extLst>
                <a:ext uri="{FF2B5EF4-FFF2-40B4-BE49-F238E27FC236}">
                  <a16:creationId xmlns:a16="http://schemas.microsoft.com/office/drawing/2014/main" id="{F049635E-E235-8C4A-6A68-B97075443B07}"/>
                </a:ext>
              </a:extLst>
            </p:cNvPr>
            <p:cNvSpPr txBox="1"/>
            <p:nvPr/>
          </p:nvSpPr>
          <p:spPr>
            <a:xfrm>
              <a:off x="9725218" y="1799659"/>
              <a:ext cx="1006262" cy="155684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67527" rtl="0" eaLnBrk="1" fontAlgn="base" latinLnBrk="0" hangingPunct="1">
                <a:lnSpc>
                  <a:spcPct val="7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User Experience</a:t>
              </a:r>
              <a:b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</a:b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(</a:t>
              </a:r>
              <a:r>
                <a:rPr kumimoji="0" lang="de-DE" sz="7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Self</a:t>
              </a: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 </a:t>
              </a:r>
              <a:r>
                <a:rPr kumimoji="0" lang="de-DE" sz="7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Serv</a:t>
              </a: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., </a:t>
              </a:r>
              <a:r>
                <a:rPr kumimoji="0" lang="de-DE" sz="7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Mob.Access</a:t>
              </a: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…)</a:t>
              </a:r>
            </a:p>
          </p:txBody>
        </p:sp>
      </p:grp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51716E2F-6F6E-96D5-4B2B-915A4A92A9B9}"/>
              </a:ext>
            </a:extLst>
          </p:cNvPr>
          <p:cNvGrpSpPr/>
          <p:nvPr/>
        </p:nvGrpSpPr>
        <p:grpSpPr>
          <a:xfrm>
            <a:off x="10651759" y="2284239"/>
            <a:ext cx="1215172" cy="478099"/>
            <a:chOff x="9824697" y="1725364"/>
            <a:chExt cx="1215172" cy="478099"/>
          </a:xfrm>
        </p:grpSpPr>
        <p:sp>
          <p:nvSpPr>
            <p:cNvPr id="40" name="Rechteck 39">
              <a:extLst>
                <a:ext uri="{FF2B5EF4-FFF2-40B4-BE49-F238E27FC236}">
                  <a16:creationId xmlns:a16="http://schemas.microsoft.com/office/drawing/2014/main" id="{8E087FC9-DEED-A3A2-2C8F-2C142FF69309}"/>
                </a:ext>
              </a:extLst>
            </p:cNvPr>
            <p:cNvSpPr/>
            <p:nvPr/>
          </p:nvSpPr>
          <p:spPr bwMode="gray">
            <a:xfrm>
              <a:off x="9824698" y="1725364"/>
              <a:ext cx="1215168" cy="478099"/>
            </a:xfrm>
            <a:prstGeom prst="rect">
              <a:avLst/>
            </a:prstGeom>
            <a:solidFill>
              <a:srgbClr val="CCEC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41" name="Rechteck 40">
              <a:extLst>
                <a:ext uri="{FF2B5EF4-FFF2-40B4-BE49-F238E27FC236}">
                  <a16:creationId xmlns:a16="http://schemas.microsoft.com/office/drawing/2014/main" id="{AF13F379-BA03-60E8-7BDB-DCAF5F91D7FE}"/>
                </a:ext>
              </a:extLst>
            </p:cNvPr>
            <p:cNvSpPr/>
            <p:nvPr/>
          </p:nvSpPr>
          <p:spPr bwMode="gray">
            <a:xfrm>
              <a:off x="9824698" y="1725364"/>
              <a:ext cx="1215171" cy="180000"/>
            </a:xfrm>
            <a:prstGeom prst="rect">
              <a:avLst/>
            </a:prstGeom>
            <a:solidFill>
              <a:srgbClr val="3399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Calibri" charset="0"/>
                  <a:cs typeface="Calibri" charset="0"/>
                </a:rPr>
                <a:t>SAP </a:t>
              </a:r>
              <a:r>
                <a:rPr kumimoji="0" lang="de-DE" sz="9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Calibri" charset="0"/>
                  <a:cs typeface="Calibri" charset="0"/>
                </a:rPr>
                <a:t>Concur</a:t>
              </a:r>
              <a:endPara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42" name="Textfeld 41">
              <a:extLst>
                <a:ext uri="{FF2B5EF4-FFF2-40B4-BE49-F238E27FC236}">
                  <a16:creationId xmlns:a16="http://schemas.microsoft.com/office/drawing/2014/main" id="{E95EBBC6-CFD6-1DC3-6B7B-0888B527AE58}"/>
                </a:ext>
              </a:extLst>
            </p:cNvPr>
            <p:cNvSpPr txBox="1"/>
            <p:nvPr/>
          </p:nvSpPr>
          <p:spPr>
            <a:xfrm>
              <a:off x="9824697" y="1946807"/>
              <a:ext cx="1215171" cy="19389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67527" rtl="0" eaLnBrk="1" fontAlgn="base" latinLnBrk="0" hangingPunct="1">
                <a:lnSpc>
                  <a:spcPct val="90000"/>
                </a:lnSpc>
                <a:spcBef>
                  <a:spcPts val="423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Reiseplanung &amp; </a:t>
              </a:r>
              <a:b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</a:b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Reisekostenabrechnung</a:t>
              </a:r>
            </a:p>
          </p:txBody>
        </p:sp>
      </p:grpSp>
      <p:grpSp>
        <p:nvGrpSpPr>
          <p:cNvPr id="125" name="Gruppieren 124">
            <a:extLst>
              <a:ext uri="{FF2B5EF4-FFF2-40B4-BE49-F238E27FC236}">
                <a16:creationId xmlns:a16="http://schemas.microsoft.com/office/drawing/2014/main" id="{32A60AA2-62AC-9590-39B3-965838139DB7}"/>
              </a:ext>
            </a:extLst>
          </p:cNvPr>
          <p:cNvGrpSpPr/>
          <p:nvPr/>
        </p:nvGrpSpPr>
        <p:grpSpPr>
          <a:xfrm>
            <a:off x="9418110" y="2352652"/>
            <a:ext cx="828568" cy="420168"/>
            <a:chOff x="7519429" y="2671736"/>
            <a:chExt cx="828568" cy="420168"/>
          </a:xfrm>
        </p:grpSpPr>
        <p:sp>
          <p:nvSpPr>
            <p:cNvPr id="48" name="Rechteck 47">
              <a:extLst>
                <a:ext uri="{FF2B5EF4-FFF2-40B4-BE49-F238E27FC236}">
                  <a16:creationId xmlns:a16="http://schemas.microsoft.com/office/drawing/2014/main" id="{95EEDCFB-C300-4D4B-088B-6628118C1707}"/>
                </a:ext>
              </a:extLst>
            </p:cNvPr>
            <p:cNvSpPr/>
            <p:nvPr/>
          </p:nvSpPr>
          <p:spPr bwMode="gray">
            <a:xfrm>
              <a:off x="7519432" y="2671736"/>
              <a:ext cx="828565" cy="420168"/>
            </a:xfrm>
            <a:prstGeom prst="rect">
              <a:avLst/>
            </a:prstGeom>
            <a:solidFill>
              <a:srgbClr val="CCEC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49" name="Rechteck 48">
              <a:extLst>
                <a:ext uri="{FF2B5EF4-FFF2-40B4-BE49-F238E27FC236}">
                  <a16:creationId xmlns:a16="http://schemas.microsoft.com/office/drawing/2014/main" id="{18FEA449-408F-4A27-33A5-DDCCBFA99BFB}"/>
                </a:ext>
              </a:extLst>
            </p:cNvPr>
            <p:cNvSpPr/>
            <p:nvPr/>
          </p:nvSpPr>
          <p:spPr bwMode="gray">
            <a:xfrm>
              <a:off x="7519429" y="2672879"/>
              <a:ext cx="828568" cy="131639"/>
            </a:xfrm>
            <a:prstGeom prst="rect">
              <a:avLst/>
            </a:prstGeom>
            <a:solidFill>
              <a:srgbClr val="3399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Calibri" charset="0"/>
                  <a:cs typeface="Calibri" charset="0"/>
                </a:rPr>
                <a:t>SAP Integration Suite</a:t>
              </a:r>
            </a:p>
          </p:txBody>
        </p:sp>
        <p:sp>
          <p:nvSpPr>
            <p:cNvPr id="50" name="Textfeld 49">
              <a:extLst>
                <a:ext uri="{FF2B5EF4-FFF2-40B4-BE49-F238E27FC236}">
                  <a16:creationId xmlns:a16="http://schemas.microsoft.com/office/drawing/2014/main" id="{576A3CA4-6C9B-800D-ED8E-3937A87CB828}"/>
                </a:ext>
              </a:extLst>
            </p:cNvPr>
            <p:cNvSpPr txBox="1"/>
            <p:nvPr/>
          </p:nvSpPr>
          <p:spPr>
            <a:xfrm>
              <a:off x="7523894" y="2858186"/>
              <a:ext cx="824103" cy="19389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67527" rtl="0" eaLnBrk="1" fontAlgn="base" latinLnBrk="0" hangingPunct="1">
                <a:lnSpc>
                  <a:spcPct val="90000"/>
                </a:lnSpc>
                <a:spcBef>
                  <a:spcPts val="423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Cloud Integration HCM</a:t>
              </a:r>
            </a:p>
          </p:txBody>
        </p:sp>
      </p:grp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E1232EB9-6D94-09F2-DDB1-7CD331EC43C1}"/>
              </a:ext>
            </a:extLst>
          </p:cNvPr>
          <p:cNvGrpSpPr/>
          <p:nvPr/>
        </p:nvGrpSpPr>
        <p:grpSpPr>
          <a:xfrm>
            <a:off x="9052824" y="5159457"/>
            <a:ext cx="1058695" cy="216000"/>
            <a:chOff x="7307992" y="5287826"/>
            <a:chExt cx="1058695" cy="216000"/>
          </a:xfrm>
        </p:grpSpPr>
        <p:sp>
          <p:nvSpPr>
            <p:cNvPr id="54" name="Rechteck 53">
              <a:extLst>
                <a:ext uri="{FF2B5EF4-FFF2-40B4-BE49-F238E27FC236}">
                  <a16:creationId xmlns:a16="http://schemas.microsoft.com/office/drawing/2014/main" id="{52A59515-8791-47EB-9CC4-D565D5241E12}"/>
                </a:ext>
              </a:extLst>
            </p:cNvPr>
            <p:cNvSpPr/>
            <p:nvPr/>
          </p:nvSpPr>
          <p:spPr bwMode="gray">
            <a:xfrm>
              <a:off x="7307994" y="5287826"/>
              <a:ext cx="1058693" cy="21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mpd="sng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846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55" name="Rechteck 54">
              <a:extLst>
                <a:ext uri="{FF2B5EF4-FFF2-40B4-BE49-F238E27FC236}">
                  <a16:creationId xmlns:a16="http://schemas.microsoft.com/office/drawing/2014/main" id="{3390DE11-452B-0C6E-C414-4E3F04CA6D0B}"/>
                </a:ext>
              </a:extLst>
            </p:cNvPr>
            <p:cNvSpPr/>
            <p:nvPr/>
          </p:nvSpPr>
          <p:spPr bwMode="gray">
            <a:xfrm>
              <a:off x="7307992" y="5287826"/>
              <a:ext cx="88149" cy="216000"/>
            </a:xfrm>
            <a:prstGeom prst="rect">
              <a:avLst/>
            </a:prstGeom>
            <a:solidFill>
              <a:srgbClr val="3399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741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56" name="Textfeld 55">
              <a:extLst>
                <a:ext uri="{FF2B5EF4-FFF2-40B4-BE49-F238E27FC236}">
                  <a16:creationId xmlns:a16="http://schemas.microsoft.com/office/drawing/2014/main" id="{A11361CE-4A9E-B6A5-C399-2D6C8A9330F9}"/>
                </a:ext>
              </a:extLst>
            </p:cNvPr>
            <p:cNvSpPr txBox="1"/>
            <p:nvPr/>
          </p:nvSpPr>
          <p:spPr>
            <a:xfrm>
              <a:off x="7404729" y="5326477"/>
              <a:ext cx="940235" cy="155684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>
              <a:defPPr>
                <a:defRPr lang="de-DE"/>
              </a:defPPr>
              <a:lvl1pPr>
                <a:lnSpc>
                  <a:spcPct val="70000"/>
                </a:lnSpc>
                <a:spcBef>
                  <a:spcPts val="0"/>
                </a:spcBef>
                <a:buClr>
                  <a:srgbClr val="000000"/>
                </a:buClr>
                <a:buSzPct val="100000"/>
                <a:defRPr sz="700" b="0">
                  <a:latin typeface="+mn-lt"/>
                  <a:cs typeface="Arial Narrow" pitchFamily="34" charset="0"/>
                </a:defRPr>
              </a:lvl1pPr>
            </a:lstStyle>
            <a:p>
              <a:pPr marL="0" marR="0" lvl="0" indent="0" algn="ctr" defTabSz="967527" rtl="0" eaLnBrk="1" fontAlgn="base" latinLnBrk="0" hangingPunct="1">
                <a:lnSpc>
                  <a:spcPct val="7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</a:rPr>
                <a:t>OpenText </a:t>
              </a:r>
              <a:r>
                <a:rPr kumimoji="0" lang="de-DE" sz="7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</a:rPr>
                <a:t>xECM</a:t>
              </a: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</a:rPr>
                <a:t> </a:t>
              </a:r>
              <a:r>
                <a:rPr kumimoji="0" lang="de-DE" sz="7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</a:rPr>
                <a:t>for</a:t>
              </a: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</a:rPr>
                <a:t> HCM</a:t>
              </a:r>
            </a:p>
            <a:p>
              <a:pPr marL="0" marR="0" lvl="0" indent="0" algn="ctr" defTabSz="967527" rtl="0" eaLnBrk="1" fontAlgn="base" latinLnBrk="0" hangingPunct="1">
                <a:lnSpc>
                  <a:spcPct val="7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</a:rPr>
                <a:t>(Dig. Mitarbeiterakten)</a:t>
              </a:r>
            </a:p>
          </p:txBody>
        </p:sp>
      </p:grpSp>
      <p:sp>
        <p:nvSpPr>
          <p:cNvPr id="5" name="Rechteck 4">
            <a:extLst>
              <a:ext uri="{FF2B5EF4-FFF2-40B4-BE49-F238E27FC236}">
                <a16:creationId xmlns:a16="http://schemas.microsoft.com/office/drawing/2014/main" id="{103FBEEA-613A-AD8B-37E3-D9C77BADF91B}"/>
              </a:ext>
            </a:extLst>
          </p:cNvPr>
          <p:cNvSpPr/>
          <p:nvPr/>
        </p:nvSpPr>
        <p:spPr>
          <a:xfrm>
            <a:off x="270476" y="1188164"/>
            <a:ext cx="4808144" cy="1648064"/>
          </a:xfrm>
          <a:prstGeom prst="rect">
            <a:avLst/>
          </a:prstGeom>
          <a:solidFill>
            <a:schemeClr val="accent4">
              <a:lumMod val="20000"/>
              <a:lumOff val="80000"/>
              <a:alpha val="34000"/>
            </a:scheme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3rd Party Cloud Anwendungen</a:t>
            </a:r>
          </a:p>
        </p:txBody>
      </p:sp>
      <p:grpSp>
        <p:nvGrpSpPr>
          <p:cNvPr id="1043" name="Gruppieren 1042">
            <a:extLst>
              <a:ext uri="{FF2B5EF4-FFF2-40B4-BE49-F238E27FC236}">
                <a16:creationId xmlns:a16="http://schemas.microsoft.com/office/drawing/2014/main" id="{BC15F5D1-3314-2175-1846-DAB0FDB4D0D3}"/>
              </a:ext>
            </a:extLst>
          </p:cNvPr>
          <p:cNvGrpSpPr/>
          <p:nvPr/>
        </p:nvGrpSpPr>
        <p:grpSpPr>
          <a:xfrm>
            <a:off x="676738" y="1550820"/>
            <a:ext cx="482885" cy="887513"/>
            <a:chOff x="345562" y="2006566"/>
            <a:chExt cx="482885" cy="887513"/>
          </a:xfrm>
        </p:grpSpPr>
        <p:sp>
          <p:nvSpPr>
            <p:cNvPr id="43" name="Rechteck 42">
              <a:extLst>
                <a:ext uri="{FF2B5EF4-FFF2-40B4-BE49-F238E27FC236}">
                  <a16:creationId xmlns:a16="http://schemas.microsoft.com/office/drawing/2014/main" id="{6EB56F9C-7C6B-44F1-B1C7-D346E1FD34E8}"/>
                </a:ext>
              </a:extLst>
            </p:cNvPr>
            <p:cNvSpPr/>
            <p:nvPr/>
          </p:nvSpPr>
          <p:spPr bwMode="gray">
            <a:xfrm>
              <a:off x="345562" y="2006568"/>
              <a:ext cx="476484" cy="88751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 cmpd="sng" algn="ctr">
              <a:solidFill>
                <a:schemeClr val="bg2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51" name="Rechteck 50">
              <a:extLst>
                <a:ext uri="{FF2B5EF4-FFF2-40B4-BE49-F238E27FC236}">
                  <a16:creationId xmlns:a16="http://schemas.microsoft.com/office/drawing/2014/main" id="{FA038C39-7484-2B92-9F29-D4D2705C84AC}"/>
                </a:ext>
              </a:extLst>
            </p:cNvPr>
            <p:cNvSpPr/>
            <p:nvPr/>
          </p:nvSpPr>
          <p:spPr bwMode="gray">
            <a:xfrm>
              <a:off x="345566" y="2006566"/>
              <a:ext cx="476482" cy="153787"/>
            </a:xfrm>
            <a:prstGeom prst="rect">
              <a:avLst/>
            </a:prstGeom>
            <a:solidFill>
              <a:schemeClr val="bg2"/>
            </a:solidFill>
            <a:ln w="9525" cmpd="sng" algn="ctr">
              <a:solidFill>
                <a:schemeClr val="bg2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charset="0"/>
                  <a:ea typeface="Calibri" charset="0"/>
                  <a:cs typeface="Calibri" charset="0"/>
                </a:rPr>
                <a:t>Uniserv</a:t>
              </a:r>
              <a:endPara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52" name="Textfeld 51">
              <a:extLst>
                <a:ext uri="{FF2B5EF4-FFF2-40B4-BE49-F238E27FC236}">
                  <a16:creationId xmlns:a16="http://schemas.microsoft.com/office/drawing/2014/main" id="{B53B62D8-943A-81C0-4AE9-C0AF90E34779}"/>
                </a:ext>
              </a:extLst>
            </p:cNvPr>
            <p:cNvSpPr txBox="1"/>
            <p:nvPr/>
          </p:nvSpPr>
          <p:spPr>
            <a:xfrm>
              <a:off x="345566" y="2284714"/>
              <a:ext cx="482881" cy="19389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67527" rtl="0" eaLnBrk="1" fontAlgn="base" latinLnBrk="0" hangingPunct="1">
                <a:lnSpc>
                  <a:spcPct val="90000"/>
                </a:lnSpc>
                <a:spcBef>
                  <a:spcPts val="423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Adress-prüfung</a:t>
              </a:r>
            </a:p>
          </p:txBody>
        </p:sp>
      </p:grpSp>
      <p:grpSp>
        <p:nvGrpSpPr>
          <p:cNvPr id="1041" name="Gruppieren 1040">
            <a:extLst>
              <a:ext uri="{FF2B5EF4-FFF2-40B4-BE49-F238E27FC236}">
                <a16:creationId xmlns:a16="http://schemas.microsoft.com/office/drawing/2014/main" id="{2E26CCBA-B81D-608B-D4BC-759469A931D7}"/>
              </a:ext>
            </a:extLst>
          </p:cNvPr>
          <p:cNvGrpSpPr/>
          <p:nvPr/>
        </p:nvGrpSpPr>
        <p:grpSpPr>
          <a:xfrm>
            <a:off x="1340351" y="1550820"/>
            <a:ext cx="482885" cy="887513"/>
            <a:chOff x="878411" y="2012660"/>
            <a:chExt cx="482885" cy="887513"/>
          </a:xfrm>
        </p:grpSpPr>
        <p:sp>
          <p:nvSpPr>
            <p:cNvPr id="53" name="Rechteck 52">
              <a:extLst>
                <a:ext uri="{FF2B5EF4-FFF2-40B4-BE49-F238E27FC236}">
                  <a16:creationId xmlns:a16="http://schemas.microsoft.com/office/drawing/2014/main" id="{205D497B-D369-F4CA-6C39-35DCA9CA9169}"/>
                </a:ext>
              </a:extLst>
            </p:cNvPr>
            <p:cNvSpPr/>
            <p:nvPr/>
          </p:nvSpPr>
          <p:spPr bwMode="gray">
            <a:xfrm>
              <a:off x="878411" y="2012662"/>
              <a:ext cx="476484" cy="88751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 cmpd="sng" algn="ctr">
              <a:solidFill>
                <a:schemeClr val="bg2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78" name="Rechteck 77">
              <a:extLst>
                <a:ext uri="{FF2B5EF4-FFF2-40B4-BE49-F238E27FC236}">
                  <a16:creationId xmlns:a16="http://schemas.microsoft.com/office/drawing/2014/main" id="{2C410910-25F6-5CA6-7AFA-D5A30ECA56D0}"/>
                </a:ext>
              </a:extLst>
            </p:cNvPr>
            <p:cNvSpPr/>
            <p:nvPr/>
          </p:nvSpPr>
          <p:spPr bwMode="gray">
            <a:xfrm>
              <a:off x="878415" y="2012660"/>
              <a:ext cx="476482" cy="153787"/>
            </a:xfrm>
            <a:prstGeom prst="rect">
              <a:avLst/>
            </a:prstGeom>
            <a:solidFill>
              <a:schemeClr val="bg2"/>
            </a:solidFill>
            <a:ln w="9525" cmpd="sng" algn="ctr">
              <a:solidFill>
                <a:schemeClr val="bg2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charset="0"/>
                  <a:ea typeface="Calibri" charset="0"/>
                  <a:cs typeface="Calibri" charset="0"/>
                </a:rPr>
                <a:t>Format</a:t>
              </a:r>
            </a:p>
          </p:txBody>
        </p:sp>
        <p:sp>
          <p:nvSpPr>
            <p:cNvPr id="79" name="Textfeld 78">
              <a:extLst>
                <a:ext uri="{FF2B5EF4-FFF2-40B4-BE49-F238E27FC236}">
                  <a16:creationId xmlns:a16="http://schemas.microsoft.com/office/drawing/2014/main" id="{3A223BAD-26F6-55BB-55B2-17090F10D131}"/>
                </a:ext>
              </a:extLst>
            </p:cNvPr>
            <p:cNvSpPr txBox="1"/>
            <p:nvPr/>
          </p:nvSpPr>
          <p:spPr>
            <a:xfrm>
              <a:off x="878415" y="2290808"/>
              <a:ext cx="482881" cy="29084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67527" rtl="0" eaLnBrk="1" fontAlgn="base" latinLnBrk="0" hangingPunct="1">
                <a:lnSpc>
                  <a:spcPct val="90000"/>
                </a:lnSpc>
                <a:spcBef>
                  <a:spcPts val="423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Sanktions-listen-prüfung</a:t>
              </a:r>
            </a:p>
          </p:txBody>
        </p:sp>
      </p:grpSp>
      <p:grpSp>
        <p:nvGrpSpPr>
          <p:cNvPr id="126" name="Gruppieren 125">
            <a:extLst>
              <a:ext uri="{FF2B5EF4-FFF2-40B4-BE49-F238E27FC236}">
                <a16:creationId xmlns:a16="http://schemas.microsoft.com/office/drawing/2014/main" id="{77CD7CBC-5327-82C0-F652-5F1790F4B1A1}"/>
              </a:ext>
            </a:extLst>
          </p:cNvPr>
          <p:cNvGrpSpPr/>
          <p:nvPr/>
        </p:nvGrpSpPr>
        <p:grpSpPr>
          <a:xfrm>
            <a:off x="3709410" y="1550821"/>
            <a:ext cx="877885" cy="887512"/>
            <a:chOff x="1115657" y="2985199"/>
            <a:chExt cx="877885" cy="887512"/>
          </a:xfrm>
        </p:grpSpPr>
        <p:sp>
          <p:nvSpPr>
            <p:cNvPr id="80" name="Rechteck 79">
              <a:extLst>
                <a:ext uri="{FF2B5EF4-FFF2-40B4-BE49-F238E27FC236}">
                  <a16:creationId xmlns:a16="http://schemas.microsoft.com/office/drawing/2014/main" id="{11F2FBF5-3478-8C36-104F-B37030FE5208}"/>
                </a:ext>
              </a:extLst>
            </p:cNvPr>
            <p:cNvSpPr/>
            <p:nvPr/>
          </p:nvSpPr>
          <p:spPr bwMode="gray">
            <a:xfrm>
              <a:off x="1115657" y="2985200"/>
              <a:ext cx="877885" cy="88751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 cmpd="sng" algn="ctr">
              <a:solidFill>
                <a:schemeClr val="bg2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81" name="Rechteck 80">
              <a:extLst>
                <a:ext uri="{FF2B5EF4-FFF2-40B4-BE49-F238E27FC236}">
                  <a16:creationId xmlns:a16="http://schemas.microsoft.com/office/drawing/2014/main" id="{B0E36CC6-8A33-2673-D430-7AE07F41F914}"/>
                </a:ext>
              </a:extLst>
            </p:cNvPr>
            <p:cNvSpPr/>
            <p:nvPr/>
          </p:nvSpPr>
          <p:spPr bwMode="gray">
            <a:xfrm>
              <a:off x="1115657" y="2985199"/>
              <a:ext cx="877885" cy="153787"/>
            </a:xfrm>
            <a:prstGeom prst="rect">
              <a:avLst/>
            </a:prstGeom>
            <a:solidFill>
              <a:schemeClr val="bg2"/>
            </a:solidFill>
            <a:ln w="9525" cmpd="sng" algn="ctr">
              <a:solidFill>
                <a:schemeClr val="bg2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charset="0"/>
                  <a:ea typeface="Calibri" charset="0"/>
                  <a:cs typeface="Calibri" charset="0"/>
                </a:rPr>
                <a:t>IVALUA</a:t>
              </a:r>
            </a:p>
          </p:txBody>
        </p:sp>
        <p:sp>
          <p:nvSpPr>
            <p:cNvPr id="82" name="Rechteck 81">
              <a:extLst>
                <a:ext uri="{FF2B5EF4-FFF2-40B4-BE49-F238E27FC236}">
                  <a16:creationId xmlns:a16="http://schemas.microsoft.com/office/drawing/2014/main" id="{03A103DE-3903-0BF3-8A3E-75CDA14B42C0}"/>
                </a:ext>
              </a:extLst>
            </p:cNvPr>
            <p:cNvSpPr/>
            <p:nvPr/>
          </p:nvSpPr>
          <p:spPr bwMode="gray">
            <a:xfrm>
              <a:off x="1169767" y="3178640"/>
              <a:ext cx="787227" cy="180000"/>
            </a:xfrm>
            <a:prstGeom prst="rect">
              <a:avLst/>
            </a:prstGeom>
            <a:solidFill>
              <a:schemeClr val="bg1"/>
            </a:solidFill>
            <a:ln w="9525" cmpd="sng" algn="ctr">
              <a:solidFill>
                <a:schemeClr val="bg2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83" name="Rechteck 82">
              <a:extLst>
                <a:ext uri="{FF2B5EF4-FFF2-40B4-BE49-F238E27FC236}">
                  <a16:creationId xmlns:a16="http://schemas.microsoft.com/office/drawing/2014/main" id="{9CC238CD-47E6-2712-8D68-50CEC8227B7D}"/>
                </a:ext>
              </a:extLst>
            </p:cNvPr>
            <p:cNvSpPr/>
            <p:nvPr/>
          </p:nvSpPr>
          <p:spPr bwMode="gray">
            <a:xfrm>
              <a:off x="1172528" y="3179940"/>
              <a:ext cx="88149" cy="180000"/>
            </a:xfrm>
            <a:prstGeom prst="rect">
              <a:avLst/>
            </a:prstGeom>
            <a:solidFill>
              <a:schemeClr val="bg2"/>
            </a:solidFill>
            <a:ln w="9525" cmpd="sng" algn="ctr">
              <a:solidFill>
                <a:schemeClr val="bg2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741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84" name="Textfeld 83">
              <a:extLst>
                <a:ext uri="{FF2B5EF4-FFF2-40B4-BE49-F238E27FC236}">
                  <a16:creationId xmlns:a16="http://schemas.microsoft.com/office/drawing/2014/main" id="{686B7D49-2990-D809-9717-6264E18F73EC}"/>
                </a:ext>
              </a:extLst>
            </p:cNvPr>
            <p:cNvSpPr txBox="1"/>
            <p:nvPr/>
          </p:nvSpPr>
          <p:spPr>
            <a:xfrm>
              <a:off x="1262433" y="3236898"/>
              <a:ext cx="688160" cy="8027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67527" rtl="0" eaLnBrk="1" fontAlgn="base" latinLnBrk="0" hangingPunct="1">
                <a:lnSpc>
                  <a:spcPct val="7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Sourcing</a:t>
              </a:r>
            </a:p>
          </p:txBody>
        </p:sp>
        <p:sp>
          <p:nvSpPr>
            <p:cNvPr id="85" name="Rechteck 84">
              <a:extLst>
                <a:ext uri="{FF2B5EF4-FFF2-40B4-BE49-F238E27FC236}">
                  <a16:creationId xmlns:a16="http://schemas.microsoft.com/office/drawing/2014/main" id="{A522D3AB-A569-5E54-BCCD-275FE6427ED0}"/>
                </a:ext>
              </a:extLst>
            </p:cNvPr>
            <p:cNvSpPr/>
            <p:nvPr/>
          </p:nvSpPr>
          <p:spPr bwMode="gray">
            <a:xfrm>
              <a:off x="1169330" y="3410210"/>
              <a:ext cx="781263" cy="180000"/>
            </a:xfrm>
            <a:prstGeom prst="rect">
              <a:avLst/>
            </a:prstGeom>
            <a:solidFill>
              <a:schemeClr val="bg1"/>
            </a:solidFill>
            <a:ln w="9525" cmpd="sng" algn="ctr">
              <a:solidFill>
                <a:schemeClr val="bg2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86" name="Rechteck 85">
              <a:extLst>
                <a:ext uri="{FF2B5EF4-FFF2-40B4-BE49-F238E27FC236}">
                  <a16:creationId xmlns:a16="http://schemas.microsoft.com/office/drawing/2014/main" id="{E5904C68-268B-8A61-C365-7F9B4072494E}"/>
                </a:ext>
              </a:extLst>
            </p:cNvPr>
            <p:cNvSpPr/>
            <p:nvPr/>
          </p:nvSpPr>
          <p:spPr bwMode="gray">
            <a:xfrm>
              <a:off x="1169331" y="3408390"/>
              <a:ext cx="88149" cy="180000"/>
            </a:xfrm>
            <a:prstGeom prst="rect">
              <a:avLst/>
            </a:prstGeom>
            <a:solidFill>
              <a:schemeClr val="bg2"/>
            </a:solidFill>
            <a:ln w="9525" cmpd="sng" algn="ctr">
              <a:solidFill>
                <a:schemeClr val="bg2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741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87" name="Textfeld 86">
              <a:extLst>
                <a:ext uri="{FF2B5EF4-FFF2-40B4-BE49-F238E27FC236}">
                  <a16:creationId xmlns:a16="http://schemas.microsoft.com/office/drawing/2014/main" id="{DAEDEA0D-42C1-BD12-23BE-75EF3221F9BC}"/>
                </a:ext>
              </a:extLst>
            </p:cNvPr>
            <p:cNvSpPr txBox="1"/>
            <p:nvPr/>
          </p:nvSpPr>
          <p:spPr>
            <a:xfrm>
              <a:off x="1271730" y="3468469"/>
              <a:ext cx="678863" cy="8027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67527" rtl="0" eaLnBrk="1" fontAlgn="base" latinLnBrk="0" hangingPunct="1">
                <a:lnSpc>
                  <a:spcPct val="7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eProcurement</a:t>
              </a:r>
              <a:endPara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endParaRPr>
            </a:p>
          </p:txBody>
        </p:sp>
        <p:sp>
          <p:nvSpPr>
            <p:cNvPr id="88" name="Rechteck 87">
              <a:extLst>
                <a:ext uri="{FF2B5EF4-FFF2-40B4-BE49-F238E27FC236}">
                  <a16:creationId xmlns:a16="http://schemas.microsoft.com/office/drawing/2014/main" id="{1DBD884E-7C0E-119F-CE7C-02A0C49AC9BF}"/>
                </a:ext>
              </a:extLst>
            </p:cNvPr>
            <p:cNvSpPr/>
            <p:nvPr/>
          </p:nvSpPr>
          <p:spPr bwMode="gray">
            <a:xfrm>
              <a:off x="1174285" y="3637097"/>
              <a:ext cx="767634" cy="180000"/>
            </a:xfrm>
            <a:prstGeom prst="rect">
              <a:avLst/>
            </a:prstGeom>
            <a:solidFill>
              <a:schemeClr val="bg1"/>
            </a:solidFill>
            <a:ln w="9525" cmpd="sng" algn="ctr">
              <a:solidFill>
                <a:schemeClr val="bg2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89" name="Rechteck 88">
              <a:extLst>
                <a:ext uri="{FF2B5EF4-FFF2-40B4-BE49-F238E27FC236}">
                  <a16:creationId xmlns:a16="http://schemas.microsoft.com/office/drawing/2014/main" id="{328B4C7B-7A9F-CEFE-81B2-0B781658F046}"/>
                </a:ext>
              </a:extLst>
            </p:cNvPr>
            <p:cNvSpPr/>
            <p:nvPr/>
          </p:nvSpPr>
          <p:spPr bwMode="gray">
            <a:xfrm>
              <a:off x="1174284" y="3635347"/>
              <a:ext cx="88149" cy="180000"/>
            </a:xfrm>
            <a:prstGeom prst="rect">
              <a:avLst/>
            </a:prstGeom>
            <a:solidFill>
              <a:schemeClr val="bg2"/>
            </a:solidFill>
            <a:ln w="9525" cmpd="sng" algn="ctr">
              <a:solidFill>
                <a:schemeClr val="bg2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741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31782374-6397-A7F0-68F1-D9AB1472BA92}"/>
                </a:ext>
              </a:extLst>
            </p:cNvPr>
            <p:cNvSpPr txBox="1"/>
            <p:nvPr/>
          </p:nvSpPr>
          <p:spPr>
            <a:xfrm>
              <a:off x="1278314" y="3658453"/>
              <a:ext cx="643082" cy="155684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67527" rtl="0" eaLnBrk="1" fontAlgn="base" latinLnBrk="0" hangingPunct="1">
                <a:lnSpc>
                  <a:spcPct val="7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Supplier Per-</a:t>
              </a:r>
              <a:r>
                <a:rPr kumimoji="0" lang="de-DE" sz="7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formance</a:t>
              </a: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 &amp; Risk</a:t>
              </a:r>
            </a:p>
          </p:txBody>
        </p:sp>
      </p:grpSp>
      <p:grpSp>
        <p:nvGrpSpPr>
          <p:cNvPr id="127" name="Gruppieren 126">
            <a:extLst>
              <a:ext uri="{FF2B5EF4-FFF2-40B4-BE49-F238E27FC236}">
                <a16:creationId xmlns:a16="http://schemas.microsoft.com/office/drawing/2014/main" id="{27D9BF26-0119-1DD8-F98D-3ED8EC4218EF}"/>
              </a:ext>
            </a:extLst>
          </p:cNvPr>
          <p:cNvGrpSpPr/>
          <p:nvPr/>
        </p:nvGrpSpPr>
        <p:grpSpPr>
          <a:xfrm>
            <a:off x="2745206" y="1550821"/>
            <a:ext cx="841292" cy="887512"/>
            <a:chOff x="234811" y="2987698"/>
            <a:chExt cx="841292" cy="887512"/>
          </a:xfrm>
        </p:grpSpPr>
        <p:sp>
          <p:nvSpPr>
            <p:cNvPr id="91" name="Rechteck 90">
              <a:extLst>
                <a:ext uri="{FF2B5EF4-FFF2-40B4-BE49-F238E27FC236}">
                  <a16:creationId xmlns:a16="http://schemas.microsoft.com/office/drawing/2014/main" id="{D9598D19-EF91-FC9F-0A18-125D8AE7E1EB}"/>
                </a:ext>
              </a:extLst>
            </p:cNvPr>
            <p:cNvSpPr/>
            <p:nvPr/>
          </p:nvSpPr>
          <p:spPr bwMode="gray">
            <a:xfrm>
              <a:off x="234811" y="2987699"/>
              <a:ext cx="841291" cy="88751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 cmpd="sng" algn="ctr">
              <a:solidFill>
                <a:schemeClr val="bg2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92" name="Rechteck 91">
              <a:extLst>
                <a:ext uri="{FF2B5EF4-FFF2-40B4-BE49-F238E27FC236}">
                  <a16:creationId xmlns:a16="http://schemas.microsoft.com/office/drawing/2014/main" id="{A195D806-3B88-01CF-5AFE-C78553CD845D}"/>
                </a:ext>
              </a:extLst>
            </p:cNvPr>
            <p:cNvSpPr/>
            <p:nvPr/>
          </p:nvSpPr>
          <p:spPr bwMode="gray">
            <a:xfrm>
              <a:off x="234811" y="2987698"/>
              <a:ext cx="841291" cy="153787"/>
            </a:xfrm>
            <a:prstGeom prst="rect">
              <a:avLst/>
            </a:prstGeom>
            <a:solidFill>
              <a:schemeClr val="bg2"/>
            </a:solidFill>
            <a:ln w="9525" cmpd="sng" algn="ctr">
              <a:solidFill>
                <a:schemeClr val="bg2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charset="0"/>
                  <a:ea typeface="Calibri" charset="0"/>
                  <a:cs typeface="Calibri" charset="0"/>
                </a:rPr>
                <a:t>SWA-Lösung</a:t>
              </a:r>
            </a:p>
          </p:txBody>
        </p:sp>
        <p:sp>
          <p:nvSpPr>
            <p:cNvPr id="93" name="Rechteck 92">
              <a:extLst>
                <a:ext uri="{FF2B5EF4-FFF2-40B4-BE49-F238E27FC236}">
                  <a16:creationId xmlns:a16="http://schemas.microsoft.com/office/drawing/2014/main" id="{9DD85528-F48A-BD49-3BCE-10890CF52545}"/>
                </a:ext>
              </a:extLst>
            </p:cNvPr>
            <p:cNvSpPr/>
            <p:nvPr/>
          </p:nvSpPr>
          <p:spPr bwMode="gray">
            <a:xfrm>
              <a:off x="275196" y="3181139"/>
              <a:ext cx="757127" cy="180000"/>
            </a:xfrm>
            <a:prstGeom prst="rect">
              <a:avLst/>
            </a:prstGeom>
            <a:solidFill>
              <a:schemeClr val="bg1"/>
            </a:solidFill>
            <a:ln w="9525" cmpd="sng" algn="ctr">
              <a:solidFill>
                <a:schemeClr val="bg2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94" name="Rechteck 93">
              <a:extLst>
                <a:ext uri="{FF2B5EF4-FFF2-40B4-BE49-F238E27FC236}">
                  <a16:creationId xmlns:a16="http://schemas.microsoft.com/office/drawing/2014/main" id="{CE72EAB0-0686-BEAD-DDC7-CCFC6BE53D2D}"/>
                </a:ext>
              </a:extLst>
            </p:cNvPr>
            <p:cNvSpPr/>
            <p:nvPr/>
          </p:nvSpPr>
          <p:spPr bwMode="gray">
            <a:xfrm>
              <a:off x="275198" y="3178544"/>
              <a:ext cx="88149" cy="180000"/>
            </a:xfrm>
            <a:prstGeom prst="rect">
              <a:avLst/>
            </a:prstGeom>
            <a:solidFill>
              <a:schemeClr val="bg2"/>
            </a:solidFill>
            <a:ln w="9525" cmpd="sng" algn="ctr">
              <a:solidFill>
                <a:schemeClr val="bg2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741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95" name="Textfeld 94">
              <a:extLst>
                <a:ext uri="{FF2B5EF4-FFF2-40B4-BE49-F238E27FC236}">
                  <a16:creationId xmlns:a16="http://schemas.microsoft.com/office/drawing/2014/main" id="{DA54BA3D-D691-0728-3A11-B529C1DCFA57}"/>
                </a:ext>
              </a:extLst>
            </p:cNvPr>
            <p:cNvSpPr txBox="1"/>
            <p:nvPr/>
          </p:nvSpPr>
          <p:spPr>
            <a:xfrm>
              <a:off x="363346" y="3205640"/>
              <a:ext cx="668978" cy="155684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67527" rtl="0" eaLnBrk="1" fontAlgn="base" latinLnBrk="0" hangingPunct="1">
                <a:lnSpc>
                  <a:spcPct val="7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Arvato </a:t>
              </a:r>
              <a:r>
                <a:rPr kumimoji="0" lang="de-DE" sz="7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Platpricks</a:t>
              </a:r>
              <a:b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</a:b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Warenwirtschaft</a:t>
              </a:r>
            </a:p>
          </p:txBody>
        </p:sp>
        <p:sp>
          <p:nvSpPr>
            <p:cNvPr id="294" name="Rechteck 293">
              <a:extLst>
                <a:ext uri="{FF2B5EF4-FFF2-40B4-BE49-F238E27FC236}">
                  <a16:creationId xmlns:a16="http://schemas.microsoft.com/office/drawing/2014/main" id="{9B37EB2D-2A40-0BAC-894E-A807C896BB7A}"/>
                </a:ext>
              </a:extLst>
            </p:cNvPr>
            <p:cNvSpPr/>
            <p:nvPr/>
          </p:nvSpPr>
          <p:spPr bwMode="gray">
            <a:xfrm>
              <a:off x="275196" y="3412710"/>
              <a:ext cx="757128" cy="180000"/>
            </a:xfrm>
            <a:prstGeom prst="rect">
              <a:avLst/>
            </a:prstGeom>
            <a:solidFill>
              <a:schemeClr val="bg1"/>
            </a:solidFill>
            <a:ln w="9525" cmpd="sng" algn="ctr">
              <a:solidFill>
                <a:schemeClr val="bg2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301" name="Rechteck 300">
              <a:extLst>
                <a:ext uri="{FF2B5EF4-FFF2-40B4-BE49-F238E27FC236}">
                  <a16:creationId xmlns:a16="http://schemas.microsoft.com/office/drawing/2014/main" id="{F5020E82-9102-A0C5-48BC-A4DB25378FD4}"/>
                </a:ext>
              </a:extLst>
            </p:cNvPr>
            <p:cNvSpPr/>
            <p:nvPr/>
          </p:nvSpPr>
          <p:spPr bwMode="gray">
            <a:xfrm>
              <a:off x="275197" y="3414912"/>
              <a:ext cx="88149" cy="180000"/>
            </a:xfrm>
            <a:prstGeom prst="rect">
              <a:avLst/>
            </a:prstGeom>
            <a:solidFill>
              <a:schemeClr val="bg2"/>
            </a:solidFill>
            <a:ln w="9525" cmpd="sng" algn="ctr">
              <a:solidFill>
                <a:schemeClr val="bg2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741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302" name="Textfeld 301">
              <a:extLst>
                <a:ext uri="{FF2B5EF4-FFF2-40B4-BE49-F238E27FC236}">
                  <a16:creationId xmlns:a16="http://schemas.microsoft.com/office/drawing/2014/main" id="{CFFC0E52-C550-D7A4-E818-86956B521B25}"/>
                </a:ext>
              </a:extLst>
            </p:cNvPr>
            <p:cNvSpPr txBox="1"/>
            <p:nvPr/>
          </p:nvSpPr>
          <p:spPr>
            <a:xfrm>
              <a:off x="365762" y="3439955"/>
              <a:ext cx="627679" cy="155684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67527" rtl="0" eaLnBrk="1" fontAlgn="base" latinLnBrk="0" hangingPunct="1">
                <a:lnSpc>
                  <a:spcPct val="7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Zucchetti </a:t>
              </a:r>
              <a:r>
                <a:rPr kumimoji="0" lang="de-DE" sz="7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ePos</a:t>
              </a: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 Kassensystem</a:t>
              </a:r>
            </a:p>
          </p:txBody>
        </p:sp>
        <p:sp>
          <p:nvSpPr>
            <p:cNvPr id="303" name="Textfeld 302">
              <a:extLst>
                <a:ext uri="{FF2B5EF4-FFF2-40B4-BE49-F238E27FC236}">
                  <a16:creationId xmlns:a16="http://schemas.microsoft.com/office/drawing/2014/main" id="{91854020-3DFE-4043-C7B8-5F492820C807}"/>
                </a:ext>
              </a:extLst>
            </p:cNvPr>
            <p:cNvSpPr txBox="1"/>
            <p:nvPr/>
          </p:nvSpPr>
          <p:spPr>
            <a:xfrm>
              <a:off x="239070" y="3636950"/>
              <a:ext cx="837033" cy="19389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67527" rtl="0" eaLnBrk="1" fontAlgn="base" latinLnBrk="0" hangingPunct="1">
                <a:lnSpc>
                  <a:spcPct val="90000"/>
                </a:lnSpc>
                <a:spcBef>
                  <a:spcPts val="423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WaWi – System</a:t>
              </a:r>
              <a:b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</a:b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Straßenwachtfahrer</a:t>
              </a:r>
            </a:p>
          </p:txBody>
        </p:sp>
        <p:sp>
          <p:nvSpPr>
            <p:cNvPr id="304" name="Freihandform: Form 303">
              <a:extLst>
                <a:ext uri="{FF2B5EF4-FFF2-40B4-BE49-F238E27FC236}">
                  <a16:creationId xmlns:a16="http://schemas.microsoft.com/office/drawing/2014/main" id="{D1F05CFA-95C0-2895-31C5-6E86A7235B94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982199" y="2987988"/>
              <a:ext cx="91626" cy="91625"/>
            </a:xfrm>
            <a:custGeom>
              <a:avLst/>
              <a:gdLst>
                <a:gd name="connsiteX0" fmla="*/ 0 w 145257"/>
                <a:gd name="connsiteY0" fmla="*/ 2381 h 145256"/>
                <a:gd name="connsiteX1" fmla="*/ 145257 w 145257"/>
                <a:gd name="connsiteY1" fmla="*/ 0 h 145256"/>
                <a:gd name="connsiteX2" fmla="*/ 145257 w 145257"/>
                <a:gd name="connsiteY2" fmla="*/ 145256 h 145256"/>
                <a:gd name="connsiteX3" fmla="*/ 0 w 145257"/>
                <a:gd name="connsiteY3" fmla="*/ 2381 h 145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257" h="145256">
                  <a:moveTo>
                    <a:pt x="0" y="2381"/>
                  </a:moveTo>
                  <a:lnTo>
                    <a:pt x="145257" y="0"/>
                  </a:lnTo>
                  <a:lnTo>
                    <a:pt x="145257" y="145256"/>
                  </a:lnTo>
                  <a:lnTo>
                    <a:pt x="0" y="2381"/>
                  </a:lnTo>
                  <a:close/>
                </a:path>
              </a:pathLst>
            </a:custGeom>
            <a:solidFill>
              <a:srgbClr val="FF0000"/>
            </a:solidFill>
            <a:ln w="9525" cmpd="sng" algn="ctr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6752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81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endParaRPr>
            </a:p>
          </p:txBody>
        </p:sp>
      </p:grpSp>
      <p:grpSp>
        <p:nvGrpSpPr>
          <p:cNvPr id="305" name="Gruppieren 304">
            <a:extLst>
              <a:ext uri="{FF2B5EF4-FFF2-40B4-BE49-F238E27FC236}">
                <a16:creationId xmlns:a16="http://schemas.microsoft.com/office/drawing/2014/main" id="{932472BB-A9F3-1DA1-82BB-63091754F44D}"/>
              </a:ext>
            </a:extLst>
          </p:cNvPr>
          <p:cNvGrpSpPr/>
          <p:nvPr/>
        </p:nvGrpSpPr>
        <p:grpSpPr>
          <a:xfrm>
            <a:off x="6782802" y="1298879"/>
            <a:ext cx="1151751" cy="419457"/>
            <a:chOff x="5987899" y="5204442"/>
            <a:chExt cx="1151751" cy="419457"/>
          </a:xfrm>
        </p:grpSpPr>
        <p:sp>
          <p:nvSpPr>
            <p:cNvPr id="308" name="Rechteck 307">
              <a:extLst>
                <a:ext uri="{FF2B5EF4-FFF2-40B4-BE49-F238E27FC236}">
                  <a16:creationId xmlns:a16="http://schemas.microsoft.com/office/drawing/2014/main" id="{CB0D667E-75F2-33AE-6B9D-BF3CD2421DBA}"/>
                </a:ext>
              </a:extLst>
            </p:cNvPr>
            <p:cNvSpPr/>
            <p:nvPr/>
          </p:nvSpPr>
          <p:spPr bwMode="gray">
            <a:xfrm>
              <a:off x="5987901" y="5204442"/>
              <a:ext cx="1151749" cy="419457"/>
            </a:xfrm>
            <a:prstGeom prst="rect">
              <a:avLst/>
            </a:prstGeom>
            <a:solidFill>
              <a:srgbClr val="CCEC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316" name="Rechteck 315">
              <a:extLst>
                <a:ext uri="{FF2B5EF4-FFF2-40B4-BE49-F238E27FC236}">
                  <a16:creationId xmlns:a16="http://schemas.microsoft.com/office/drawing/2014/main" id="{652B5CE9-950D-5128-FB6C-A4A234512210}"/>
                </a:ext>
              </a:extLst>
            </p:cNvPr>
            <p:cNvSpPr/>
            <p:nvPr/>
          </p:nvSpPr>
          <p:spPr bwMode="gray">
            <a:xfrm>
              <a:off x="5987899" y="5204442"/>
              <a:ext cx="1151749" cy="180000"/>
            </a:xfrm>
            <a:prstGeom prst="rect">
              <a:avLst/>
            </a:prstGeom>
            <a:solidFill>
              <a:srgbClr val="3399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Calibri" charset="0"/>
                  <a:cs typeface="Calibri" charset="0"/>
                </a:rPr>
                <a:t>SAP Adobe </a:t>
              </a:r>
              <a:r>
                <a:rPr kumimoji="0" lang="de-DE" sz="7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Calibri" charset="0"/>
                  <a:cs typeface="Calibri" charset="0"/>
                </a:rPr>
                <a:t>Document</a:t>
              </a: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Calibri" charset="0"/>
                  <a:cs typeface="Calibri" charset="0"/>
                </a:rPr>
                <a:t> Service</a:t>
              </a:r>
            </a:p>
          </p:txBody>
        </p:sp>
        <p:sp>
          <p:nvSpPr>
            <p:cNvPr id="317" name="Textfeld 316">
              <a:extLst>
                <a:ext uri="{FF2B5EF4-FFF2-40B4-BE49-F238E27FC236}">
                  <a16:creationId xmlns:a16="http://schemas.microsoft.com/office/drawing/2014/main" id="{4B6B4E6C-3208-94EE-893F-EA938DE95448}"/>
                </a:ext>
              </a:extLst>
            </p:cNvPr>
            <p:cNvSpPr txBox="1"/>
            <p:nvPr/>
          </p:nvSpPr>
          <p:spPr>
            <a:xfrm>
              <a:off x="6035560" y="5420383"/>
              <a:ext cx="1076273" cy="19389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67527" rtl="0" eaLnBrk="1" fontAlgn="base" latinLnBrk="0" hangingPunct="1">
                <a:lnSpc>
                  <a:spcPct val="90000"/>
                </a:lnSpc>
                <a:spcBef>
                  <a:spcPts val="423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(SAP ADS)</a:t>
              </a:r>
              <a:b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</a:b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Adobe </a:t>
              </a:r>
              <a:r>
                <a:rPr kumimoji="0" lang="de-DE" sz="7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Documents</a:t>
              </a: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 Formulare</a:t>
              </a:r>
            </a:p>
          </p:txBody>
        </p:sp>
      </p:grpSp>
      <p:grpSp>
        <p:nvGrpSpPr>
          <p:cNvPr id="318" name="Gruppieren 317">
            <a:extLst>
              <a:ext uri="{FF2B5EF4-FFF2-40B4-BE49-F238E27FC236}">
                <a16:creationId xmlns:a16="http://schemas.microsoft.com/office/drawing/2014/main" id="{542CEC44-2B76-B1DB-CD1B-0FE7E9A44B47}"/>
              </a:ext>
            </a:extLst>
          </p:cNvPr>
          <p:cNvGrpSpPr/>
          <p:nvPr/>
        </p:nvGrpSpPr>
        <p:grpSpPr>
          <a:xfrm>
            <a:off x="6782804" y="1826996"/>
            <a:ext cx="1151751" cy="419457"/>
            <a:chOff x="5987899" y="5204442"/>
            <a:chExt cx="1151751" cy="419457"/>
          </a:xfrm>
        </p:grpSpPr>
        <p:sp>
          <p:nvSpPr>
            <p:cNvPr id="319" name="Rechteck 318">
              <a:extLst>
                <a:ext uri="{FF2B5EF4-FFF2-40B4-BE49-F238E27FC236}">
                  <a16:creationId xmlns:a16="http://schemas.microsoft.com/office/drawing/2014/main" id="{A09B6E07-DC06-601B-0065-04585BFD1841}"/>
                </a:ext>
              </a:extLst>
            </p:cNvPr>
            <p:cNvSpPr/>
            <p:nvPr/>
          </p:nvSpPr>
          <p:spPr bwMode="gray">
            <a:xfrm>
              <a:off x="5987901" y="5204442"/>
              <a:ext cx="1151749" cy="419457"/>
            </a:xfrm>
            <a:prstGeom prst="rect">
              <a:avLst/>
            </a:prstGeom>
            <a:solidFill>
              <a:srgbClr val="CCEC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96" name="Rechteck 95">
              <a:extLst>
                <a:ext uri="{FF2B5EF4-FFF2-40B4-BE49-F238E27FC236}">
                  <a16:creationId xmlns:a16="http://schemas.microsoft.com/office/drawing/2014/main" id="{3FDD2678-3EB5-AE4A-412D-72DF710AC8E9}"/>
                </a:ext>
              </a:extLst>
            </p:cNvPr>
            <p:cNvSpPr/>
            <p:nvPr/>
          </p:nvSpPr>
          <p:spPr bwMode="gray">
            <a:xfrm>
              <a:off x="5987899" y="5204442"/>
              <a:ext cx="1151749" cy="180000"/>
            </a:xfrm>
            <a:prstGeom prst="rect">
              <a:avLst/>
            </a:prstGeom>
            <a:solidFill>
              <a:srgbClr val="3399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Calibri" charset="0"/>
                  <a:cs typeface="Calibri" charset="0"/>
                </a:rPr>
                <a:t>SAP Secure Login Service</a:t>
              </a:r>
            </a:p>
          </p:txBody>
        </p:sp>
        <p:sp>
          <p:nvSpPr>
            <p:cNvPr id="97" name="Textfeld 96">
              <a:extLst>
                <a:ext uri="{FF2B5EF4-FFF2-40B4-BE49-F238E27FC236}">
                  <a16:creationId xmlns:a16="http://schemas.microsoft.com/office/drawing/2014/main" id="{96ECDEBE-0B31-0A83-F922-9170388A27E9}"/>
                </a:ext>
              </a:extLst>
            </p:cNvPr>
            <p:cNvSpPr txBox="1"/>
            <p:nvPr/>
          </p:nvSpPr>
          <p:spPr>
            <a:xfrm>
              <a:off x="6023197" y="5416529"/>
              <a:ext cx="1076273" cy="19389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67527" rtl="0" eaLnBrk="1" fontAlgn="base" latinLnBrk="0" hangingPunct="1">
                <a:lnSpc>
                  <a:spcPct val="90000"/>
                </a:lnSpc>
                <a:spcBef>
                  <a:spcPts val="423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(SAP SLS) Single-Sign-On</a:t>
              </a:r>
              <a:b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</a:b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Authentifizierung GUI</a:t>
              </a:r>
            </a:p>
          </p:txBody>
        </p:sp>
      </p:grpSp>
      <p:grpSp>
        <p:nvGrpSpPr>
          <p:cNvPr id="98" name="Gruppieren 97">
            <a:extLst>
              <a:ext uri="{FF2B5EF4-FFF2-40B4-BE49-F238E27FC236}">
                <a16:creationId xmlns:a16="http://schemas.microsoft.com/office/drawing/2014/main" id="{6F774820-5A44-3F0C-4B8D-572D344C30C7}"/>
              </a:ext>
            </a:extLst>
          </p:cNvPr>
          <p:cNvGrpSpPr/>
          <p:nvPr/>
        </p:nvGrpSpPr>
        <p:grpSpPr>
          <a:xfrm>
            <a:off x="8069464" y="1831764"/>
            <a:ext cx="1188002" cy="419457"/>
            <a:chOff x="5987898" y="5204442"/>
            <a:chExt cx="1188002" cy="419457"/>
          </a:xfrm>
        </p:grpSpPr>
        <p:sp>
          <p:nvSpPr>
            <p:cNvPr id="99" name="Rechteck 98">
              <a:extLst>
                <a:ext uri="{FF2B5EF4-FFF2-40B4-BE49-F238E27FC236}">
                  <a16:creationId xmlns:a16="http://schemas.microsoft.com/office/drawing/2014/main" id="{BBE0062B-CF38-D255-C643-009D26253708}"/>
                </a:ext>
              </a:extLst>
            </p:cNvPr>
            <p:cNvSpPr/>
            <p:nvPr/>
          </p:nvSpPr>
          <p:spPr bwMode="gray">
            <a:xfrm>
              <a:off x="5987900" y="5204442"/>
              <a:ext cx="1188000" cy="419457"/>
            </a:xfrm>
            <a:prstGeom prst="rect">
              <a:avLst/>
            </a:prstGeom>
            <a:solidFill>
              <a:srgbClr val="CCEC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100" name="Rechteck 99">
              <a:extLst>
                <a:ext uri="{FF2B5EF4-FFF2-40B4-BE49-F238E27FC236}">
                  <a16:creationId xmlns:a16="http://schemas.microsoft.com/office/drawing/2014/main" id="{8D594289-9A59-E8C3-AEA0-32EB8E7A84E8}"/>
                </a:ext>
              </a:extLst>
            </p:cNvPr>
            <p:cNvSpPr/>
            <p:nvPr/>
          </p:nvSpPr>
          <p:spPr bwMode="gray">
            <a:xfrm>
              <a:off x="5987898" y="5204442"/>
              <a:ext cx="1188000" cy="180000"/>
            </a:xfrm>
            <a:prstGeom prst="rect">
              <a:avLst/>
            </a:prstGeom>
            <a:solidFill>
              <a:srgbClr val="3399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Calibri" charset="0"/>
                  <a:cs typeface="Calibri" charset="0"/>
                </a:rPr>
                <a:t>SAP Identity Access Governance</a:t>
              </a:r>
            </a:p>
          </p:txBody>
        </p:sp>
        <p:sp>
          <p:nvSpPr>
            <p:cNvPr id="101" name="Textfeld 100">
              <a:extLst>
                <a:ext uri="{FF2B5EF4-FFF2-40B4-BE49-F238E27FC236}">
                  <a16:creationId xmlns:a16="http://schemas.microsoft.com/office/drawing/2014/main" id="{9FAED36B-9A5A-FB48-7BF8-B4A97967CEBC}"/>
                </a:ext>
              </a:extLst>
            </p:cNvPr>
            <p:cNvSpPr txBox="1"/>
            <p:nvPr/>
          </p:nvSpPr>
          <p:spPr>
            <a:xfrm>
              <a:off x="6055658" y="5407845"/>
              <a:ext cx="1076273" cy="19389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67527" rtl="0" eaLnBrk="1" fontAlgn="base" latinLnBrk="0" hangingPunct="1">
                <a:lnSpc>
                  <a:spcPct val="90000"/>
                </a:lnSpc>
                <a:spcBef>
                  <a:spcPts val="423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(SAP IAG)</a:t>
              </a:r>
              <a:b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</a:b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User Management Prozesse</a:t>
              </a:r>
            </a:p>
          </p:txBody>
        </p:sp>
      </p:grpSp>
      <p:grpSp>
        <p:nvGrpSpPr>
          <p:cNvPr id="102" name="Gruppieren 101">
            <a:extLst>
              <a:ext uri="{FF2B5EF4-FFF2-40B4-BE49-F238E27FC236}">
                <a16:creationId xmlns:a16="http://schemas.microsoft.com/office/drawing/2014/main" id="{1989D34A-FE71-7DFB-1C65-B0F3AA40FD04}"/>
              </a:ext>
            </a:extLst>
          </p:cNvPr>
          <p:cNvGrpSpPr/>
          <p:nvPr/>
        </p:nvGrpSpPr>
        <p:grpSpPr>
          <a:xfrm>
            <a:off x="8069464" y="2345991"/>
            <a:ext cx="1188002" cy="419457"/>
            <a:chOff x="5987898" y="5204442"/>
            <a:chExt cx="1188002" cy="419457"/>
          </a:xfrm>
        </p:grpSpPr>
        <p:sp>
          <p:nvSpPr>
            <p:cNvPr id="103" name="Rechteck 102">
              <a:extLst>
                <a:ext uri="{FF2B5EF4-FFF2-40B4-BE49-F238E27FC236}">
                  <a16:creationId xmlns:a16="http://schemas.microsoft.com/office/drawing/2014/main" id="{888145F2-8A66-00BB-76B5-8DDED565CC40}"/>
                </a:ext>
              </a:extLst>
            </p:cNvPr>
            <p:cNvSpPr/>
            <p:nvPr/>
          </p:nvSpPr>
          <p:spPr bwMode="gray">
            <a:xfrm>
              <a:off x="5987900" y="5204442"/>
              <a:ext cx="1188000" cy="419457"/>
            </a:xfrm>
            <a:prstGeom prst="rect">
              <a:avLst/>
            </a:prstGeom>
            <a:solidFill>
              <a:srgbClr val="CCEC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104" name="Rechteck 103">
              <a:extLst>
                <a:ext uri="{FF2B5EF4-FFF2-40B4-BE49-F238E27FC236}">
                  <a16:creationId xmlns:a16="http://schemas.microsoft.com/office/drawing/2014/main" id="{CD2224CE-3CF6-4893-2E0F-84F2FB9BBB1C}"/>
                </a:ext>
              </a:extLst>
            </p:cNvPr>
            <p:cNvSpPr/>
            <p:nvPr/>
          </p:nvSpPr>
          <p:spPr bwMode="gray">
            <a:xfrm>
              <a:off x="5987898" y="5204442"/>
              <a:ext cx="1188000" cy="180000"/>
            </a:xfrm>
            <a:prstGeom prst="rect">
              <a:avLst/>
            </a:prstGeom>
            <a:solidFill>
              <a:srgbClr val="3399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Calibri" charset="0"/>
                  <a:cs typeface="Calibri" charset="0"/>
                </a:rPr>
                <a:t>SAP Identity Authentication</a:t>
              </a:r>
            </a:p>
          </p:txBody>
        </p:sp>
        <p:sp>
          <p:nvSpPr>
            <p:cNvPr id="105" name="Textfeld 104">
              <a:extLst>
                <a:ext uri="{FF2B5EF4-FFF2-40B4-BE49-F238E27FC236}">
                  <a16:creationId xmlns:a16="http://schemas.microsoft.com/office/drawing/2014/main" id="{35F067DC-3349-C3F6-52F1-72E36DBAFE6C}"/>
                </a:ext>
              </a:extLst>
            </p:cNvPr>
            <p:cNvSpPr txBox="1"/>
            <p:nvPr/>
          </p:nvSpPr>
          <p:spPr>
            <a:xfrm>
              <a:off x="6026246" y="5414844"/>
              <a:ext cx="1111304" cy="19389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67527" rtl="0" eaLnBrk="1" fontAlgn="base" latinLnBrk="0" hangingPunct="1">
                <a:lnSpc>
                  <a:spcPct val="90000"/>
                </a:lnSpc>
                <a:spcBef>
                  <a:spcPts val="423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(SAP IAS) Single-Sign-On</a:t>
              </a:r>
              <a:b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</a:b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Authentifizierung Browser</a:t>
              </a:r>
            </a:p>
          </p:txBody>
        </p:sp>
      </p:grpSp>
      <p:grpSp>
        <p:nvGrpSpPr>
          <p:cNvPr id="106" name="Gruppieren 105">
            <a:extLst>
              <a:ext uri="{FF2B5EF4-FFF2-40B4-BE49-F238E27FC236}">
                <a16:creationId xmlns:a16="http://schemas.microsoft.com/office/drawing/2014/main" id="{1000F296-8514-93C7-3088-6C2991FDF6C7}"/>
              </a:ext>
            </a:extLst>
          </p:cNvPr>
          <p:cNvGrpSpPr/>
          <p:nvPr/>
        </p:nvGrpSpPr>
        <p:grpSpPr>
          <a:xfrm>
            <a:off x="8069465" y="1292011"/>
            <a:ext cx="1188000" cy="419457"/>
            <a:chOff x="5947261" y="5204442"/>
            <a:chExt cx="1188000" cy="419457"/>
          </a:xfrm>
        </p:grpSpPr>
        <p:sp>
          <p:nvSpPr>
            <p:cNvPr id="107" name="Rechteck 106">
              <a:extLst>
                <a:ext uri="{FF2B5EF4-FFF2-40B4-BE49-F238E27FC236}">
                  <a16:creationId xmlns:a16="http://schemas.microsoft.com/office/drawing/2014/main" id="{1097C21B-C2B4-723F-6D4E-3B9444E9541A}"/>
                </a:ext>
              </a:extLst>
            </p:cNvPr>
            <p:cNvSpPr/>
            <p:nvPr/>
          </p:nvSpPr>
          <p:spPr bwMode="gray">
            <a:xfrm>
              <a:off x="5950119" y="5204442"/>
              <a:ext cx="1182351" cy="419457"/>
            </a:xfrm>
            <a:prstGeom prst="rect">
              <a:avLst/>
            </a:prstGeom>
            <a:solidFill>
              <a:srgbClr val="CCEC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108" name="Rechteck 107">
              <a:extLst>
                <a:ext uri="{FF2B5EF4-FFF2-40B4-BE49-F238E27FC236}">
                  <a16:creationId xmlns:a16="http://schemas.microsoft.com/office/drawing/2014/main" id="{16B27BD0-3A7D-9463-8684-0FDCDA48993D}"/>
                </a:ext>
              </a:extLst>
            </p:cNvPr>
            <p:cNvSpPr/>
            <p:nvPr/>
          </p:nvSpPr>
          <p:spPr bwMode="gray">
            <a:xfrm>
              <a:off x="5947261" y="5204442"/>
              <a:ext cx="1188000" cy="180000"/>
            </a:xfrm>
            <a:prstGeom prst="rect">
              <a:avLst/>
            </a:prstGeom>
            <a:solidFill>
              <a:srgbClr val="3399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Calibri" charset="0"/>
                  <a:cs typeface="Calibri" charset="0"/>
                </a:rPr>
                <a:t>SAP Multi Bank Connectivity</a:t>
              </a:r>
            </a:p>
          </p:txBody>
        </p:sp>
        <p:sp>
          <p:nvSpPr>
            <p:cNvPr id="109" name="Textfeld 108">
              <a:extLst>
                <a:ext uri="{FF2B5EF4-FFF2-40B4-BE49-F238E27FC236}">
                  <a16:creationId xmlns:a16="http://schemas.microsoft.com/office/drawing/2014/main" id="{40E02346-A159-C630-5950-E5E39992E224}"/>
                </a:ext>
              </a:extLst>
            </p:cNvPr>
            <p:cNvSpPr txBox="1"/>
            <p:nvPr/>
          </p:nvSpPr>
          <p:spPr>
            <a:xfrm>
              <a:off x="5987904" y="5448849"/>
              <a:ext cx="1120090" cy="96950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67527" rtl="0" eaLnBrk="1" fontAlgn="base" latinLnBrk="0" hangingPunct="1">
                <a:lnSpc>
                  <a:spcPct val="90000"/>
                </a:lnSpc>
                <a:spcBef>
                  <a:spcPts val="423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Technische Bankenanbindung</a:t>
              </a:r>
            </a:p>
          </p:txBody>
        </p:sp>
      </p:grpSp>
      <p:grpSp>
        <p:nvGrpSpPr>
          <p:cNvPr id="110" name="Gruppieren 109">
            <a:extLst>
              <a:ext uri="{FF2B5EF4-FFF2-40B4-BE49-F238E27FC236}">
                <a16:creationId xmlns:a16="http://schemas.microsoft.com/office/drawing/2014/main" id="{92987D97-9B5C-9025-C0D1-497086D17F80}"/>
              </a:ext>
            </a:extLst>
          </p:cNvPr>
          <p:cNvGrpSpPr/>
          <p:nvPr/>
        </p:nvGrpSpPr>
        <p:grpSpPr>
          <a:xfrm>
            <a:off x="6782804" y="2342533"/>
            <a:ext cx="1151751" cy="419457"/>
            <a:chOff x="5987899" y="5204442"/>
            <a:chExt cx="1151751" cy="419457"/>
          </a:xfrm>
        </p:grpSpPr>
        <p:sp>
          <p:nvSpPr>
            <p:cNvPr id="111" name="Rechteck 110">
              <a:extLst>
                <a:ext uri="{FF2B5EF4-FFF2-40B4-BE49-F238E27FC236}">
                  <a16:creationId xmlns:a16="http://schemas.microsoft.com/office/drawing/2014/main" id="{9DF5DD3E-37B8-2605-FBF3-127F66B1EB7C}"/>
                </a:ext>
              </a:extLst>
            </p:cNvPr>
            <p:cNvSpPr/>
            <p:nvPr/>
          </p:nvSpPr>
          <p:spPr bwMode="gray">
            <a:xfrm>
              <a:off x="5987901" y="5204442"/>
              <a:ext cx="1151749" cy="419457"/>
            </a:xfrm>
            <a:prstGeom prst="rect">
              <a:avLst/>
            </a:prstGeom>
            <a:solidFill>
              <a:srgbClr val="CCEC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112" name="Rechteck 111">
              <a:extLst>
                <a:ext uri="{FF2B5EF4-FFF2-40B4-BE49-F238E27FC236}">
                  <a16:creationId xmlns:a16="http://schemas.microsoft.com/office/drawing/2014/main" id="{244651E7-CBBF-6F39-DAC0-DEA3E6124DAA}"/>
                </a:ext>
              </a:extLst>
            </p:cNvPr>
            <p:cNvSpPr/>
            <p:nvPr/>
          </p:nvSpPr>
          <p:spPr bwMode="gray">
            <a:xfrm>
              <a:off x="5987899" y="5204442"/>
              <a:ext cx="1151749" cy="180000"/>
            </a:xfrm>
            <a:prstGeom prst="rect">
              <a:avLst/>
            </a:prstGeom>
            <a:solidFill>
              <a:srgbClr val="3399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Calibri" charset="0"/>
                  <a:cs typeface="Calibri" charset="0"/>
                </a:rPr>
                <a:t>SAP Analytics Cloud</a:t>
              </a:r>
            </a:p>
          </p:txBody>
        </p:sp>
        <p:sp>
          <p:nvSpPr>
            <p:cNvPr id="114" name="Textfeld 113">
              <a:extLst>
                <a:ext uri="{FF2B5EF4-FFF2-40B4-BE49-F238E27FC236}">
                  <a16:creationId xmlns:a16="http://schemas.microsoft.com/office/drawing/2014/main" id="{C31101BB-C6DC-AB86-AC05-6D1540F431D1}"/>
                </a:ext>
              </a:extLst>
            </p:cNvPr>
            <p:cNvSpPr txBox="1"/>
            <p:nvPr/>
          </p:nvSpPr>
          <p:spPr>
            <a:xfrm>
              <a:off x="6025636" y="5408963"/>
              <a:ext cx="1076273" cy="19389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67527" rtl="0" eaLnBrk="1" fontAlgn="base" latinLnBrk="0" hangingPunct="1">
                <a:lnSpc>
                  <a:spcPct val="90000"/>
                </a:lnSpc>
                <a:spcBef>
                  <a:spcPts val="423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(SAP SAC)</a:t>
              </a:r>
              <a:b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</a:b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Reporting/Planung</a:t>
              </a:r>
            </a:p>
          </p:txBody>
        </p:sp>
      </p:grpSp>
      <p:grpSp>
        <p:nvGrpSpPr>
          <p:cNvPr id="115" name="Gruppieren 114">
            <a:extLst>
              <a:ext uri="{FF2B5EF4-FFF2-40B4-BE49-F238E27FC236}">
                <a16:creationId xmlns:a16="http://schemas.microsoft.com/office/drawing/2014/main" id="{0E746765-9A55-7393-63A2-D673AB341173}"/>
              </a:ext>
            </a:extLst>
          </p:cNvPr>
          <p:cNvGrpSpPr/>
          <p:nvPr/>
        </p:nvGrpSpPr>
        <p:grpSpPr>
          <a:xfrm>
            <a:off x="5393782" y="2335079"/>
            <a:ext cx="1151751" cy="419457"/>
            <a:chOff x="5987899" y="5204442"/>
            <a:chExt cx="1151751" cy="419457"/>
          </a:xfrm>
        </p:grpSpPr>
        <p:sp>
          <p:nvSpPr>
            <p:cNvPr id="116" name="Rechteck 115">
              <a:extLst>
                <a:ext uri="{FF2B5EF4-FFF2-40B4-BE49-F238E27FC236}">
                  <a16:creationId xmlns:a16="http://schemas.microsoft.com/office/drawing/2014/main" id="{479F3A7B-E100-8E5F-4A75-BAC24B48D2E3}"/>
                </a:ext>
              </a:extLst>
            </p:cNvPr>
            <p:cNvSpPr/>
            <p:nvPr/>
          </p:nvSpPr>
          <p:spPr bwMode="gray">
            <a:xfrm>
              <a:off x="5987901" y="5204442"/>
              <a:ext cx="1151749" cy="419457"/>
            </a:xfrm>
            <a:prstGeom prst="rect">
              <a:avLst/>
            </a:prstGeom>
            <a:solidFill>
              <a:srgbClr val="CCEC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118" name="Rechteck 117">
              <a:extLst>
                <a:ext uri="{FF2B5EF4-FFF2-40B4-BE49-F238E27FC236}">
                  <a16:creationId xmlns:a16="http://schemas.microsoft.com/office/drawing/2014/main" id="{E0060DCF-D8F7-4484-EE97-AF53CCE31A4D}"/>
                </a:ext>
              </a:extLst>
            </p:cNvPr>
            <p:cNvSpPr/>
            <p:nvPr/>
          </p:nvSpPr>
          <p:spPr bwMode="gray">
            <a:xfrm>
              <a:off x="5987899" y="5204442"/>
              <a:ext cx="1151749" cy="180000"/>
            </a:xfrm>
            <a:prstGeom prst="rect">
              <a:avLst/>
            </a:prstGeom>
            <a:solidFill>
              <a:srgbClr val="3399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Calibri" charset="0"/>
                  <a:cs typeface="Calibri" charset="0"/>
                </a:rPr>
                <a:t>SAP Integration Suite</a:t>
              </a:r>
            </a:p>
          </p:txBody>
        </p:sp>
        <p:sp>
          <p:nvSpPr>
            <p:cNvPr id="124" name="Textfeld 123">
              <a:extLst>
                <a:ext uri="{FF2B5EF4-FFF2-40B4-BE49-F238E27FC236}">
                  <a16:creationId xmlns:a16="http://schemas.microsoft.com/office/drawing/2014/main" id="{F7D267E0-F27C-4D67-B705-E215EA02556B}"/>
                </a:ext>
              </a:extLst>
            </p:cNvPr>
            <p:cNvSpPr txBox="1"/>
            <p:nvPr/>
          </p:nvSpPr>
          <p:spPr>
            <a:xfrm>
              <a:off x="6025636" y="5408963"/>
              <a:ext cx="1076273" cy="19389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67527" rtl="0" eaLnBrk="1" fontAlgn="base" latinLnBrk="0" hangingPunct="1">
                <a:lnSpc>
                  <a:spcPct val="90000"/>
                </a:lnSpc>
                <a:spcBef>
                  <a:spcPts val="423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Cloud Integration</a:t>
              </a:r>
              <a:b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</a:b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(Middleware)</a:t>
              </a:r>
            </a:p>
          </p:txBody>
        </p:sp>
      </p:grpSp>
      <p:sp>
        <p:nvSpPr>
          <p:cNvPr id="1044" name="Rechteck 1043">
            <a:extLst>
              <a:ext uri="{FF2B5EF4-FFF2-40B4-BE49-F238E27FC236}">
                <a16:creationId xmlns:a16="http://schemas.microsoft.com/office/drawing/2014/main" id="{C34AB32A-25F8-B564-55C9-816E26949BE7}"/>
              </a:ext>
            </a:extLst>
          </p:cNvPr>
          <p:cNvSpPr/>
          <p:nvPr/>
        </p:nvSpPr>
        <p:spPr>
          <a:xfrm>
            <a:off x="271756" y="3076690"/>
            <a:ext cx="1628531" cy="3364451"/>
          </a:xfrm>
          <a:prstGeom prst="rect">
            <a:avLst/>
          </a:prstGeom>
          <a:solidFill>
            <a:srgbClr val="FFD965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ADAC</a:t>
            </a:r>
          </a:p>
        </p:txBody>
      </p:sp>
      <p:sp>
        <p:nvSpPr>
          <p:cNvPr id="352" name="Rechteck 351">
            <a:extLst>
              <a:ext uri="{FF2B5EF4-FFF2-40B4-BE49-F238E27FC236}">
                <a16:creationId xmlns:a16="http://schemas.microsoft.com/office/drawing/2014/main" id="{D1B0306E-DD47-AC93-8FF1-EA3FF7111D9E}"/>
              </a:ext>
            </a:extLst>
          </p:cNvPr>
          <p:cNvSpPr/>
          <p:nvPr/>
        </p:nvSpPr>
        <p:spPr>
          <a:xfrm>
            <a:off x="387273" y="4639841"/>
            <a:ext cx="612000" cy="180000"/>
          </a:xfrm>
          <a:prstGeom prst="rect">
            <a:avLst/>
          </a:prstGeom>
          <a:solidFill>
            <a:schemeClr val="tx2"/>
          </a:solidFill>
          <a:ln w="9525" cmpd="sng" algn="ctr">
            <a:solidFill>
              <a:schemeClr val="tx2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marL="0" marR="0" lvl="0" indent="0" algn="ctr" defTabSz="96733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AVMBroker</a:t>
            </a:r>
            <a:endParaRPr kumimoji="0" lang="de-DE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+mn-ea"/>
              <a:cs typeface="Calibri" charset="0"/>
            </a:endParaRPr>
          </a:p>
        </p:txBody>
      </p:sp>
      <p:sp>
        <p:nvSpPr>
          <p:cNvPr id="353" name="Rechteck 352">
            <a:extLst>
              <a:ext uri="{FF2B5EF4-FFF2-40B4-BE49-F238E27FC236}">
                <a16:creationId xmlns:a16="http://schemas.microsoft.com/office/drawing/2014/main" id="{46320391-EBEC-FB82-B9AA-A2AF58B7F352}"/>
              </a:ext>
            </a:extLst>
          </p:cNvPr>
          <p:cNvSpPr/>
          <p:nvPr/>
        </p:nvSpPr>
        <p:spPr>
          <a:xfrm>
            <a:off x="380145" y="4407040"/>
            <a:ext cx="612000" cy="180000"/>
          </a:xfrm>
          <a:prstGeom prst="rect">
            <a:avLst/>
          </a:prstGeom>
          <a:solidFill>
            <a:schemeClr val="tx2"/>
          </a:solidFill>
          <a:ln w="9525" cmpd="sng" algn="ctr">
            <a:solidFill>
              <a:schemeClr val="tx2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marL="0" marR="0" lvl="0" indent="0" algn="ctr" defTabSz="96733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AVMClubMobil</a:t>
            </a:r>
            <a:endParaRPr kumimoji="0" lang="de-DE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+mn-ea"/>
              <a:cs typeface="Calibri" charset="0"/>
            </a:endParaRPr>
          </a:p>
        </p:txBody>
      </p:sp>
      <p:sp>
        <p:nvSpPr>
          <p:cNvPr id="354" name="Rechteck 353">
            <a:extLst>
              <a:ext uri="{FF2B5EF4-FFF2-40B4-BE49-F238E27FC236}">
                <a16:creationId xmlns:a16="http://schemas.microsoft.com/office/drawing/2014/main" id="{00690550-50E1-E382-A76C-A05595A5E609}"/>
              </a:ext>
            </a:extLst>
          </p:cNvPr>
          <p:cNvSpPr/>
          <p:nvPr/>
        </p:nvSpPr>
        <p:spPr>
          <a:xfrm>
            <a:off x="1162120" y="4645101"/>
            <a:ext cx="612000" cy="180000"/>
          </a:xfrm>
          <a:prstGeom prst="rect">
            <a:avLst/>
          </a:prstGeom>
          <a:solidFill>
            <a:schemeClr val="tx2"/>
          </a:solidFill>
          <a:ln w="9525" cmpd="sng" algn="ctr">
            <a:solidFill>
              <a:schemeClr val="tx2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marL="0" marR="0" lvl="0" indent="0" algn="ctr" defTabSz="96733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AVMCamper</a:t>
            </a:r>
            <a:endParaRPr kumimoji="0" lang="de-DE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+mn-ea"/>
              <a:cs typeface="Calibri" charset="0"/>
            </a:endParaRPr>
          </a:p>
        </p:txBody>
      </p:sp>
      <p:sp>
        <p:nvSpPr>
          <p:cNvPr id="357" name="Textfeld 356">
            <a:extLst>
              <a:ext uri="{FF2B5EF4-FFF2-40B4-BE49-F238E27FC236}">
                <a16:creationId xmlns:a16="http://schemas.microsoft.com/office/drawing/2014/main" id="{01AEC78C-3596-A38A-2079-A1212A0F4FAD}"/>
              </a:ext>
            </a:extLst>
          </p:cNvPr>
          <p:cNvSpPr txBox="1"/>
          <p:nvPr/>
        </p:nvSpPr>
        <p:spPr>
          <a:xfrm>
            <a:off x="970574" y="4743224"/>
            <a:ext cx="227399" cy="249299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67527" rtl="0" eaLnBrk="1" fontAlgn="base" latinLnBrk="0" hangingPunct="1">
              <a:lnSpc>
                <a:spcPct val="90000"/>
              </a:lnSpc>
              <a:spcBef>
                <a:spcPts val="423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rPr>
              <a:t>…</a:t>
            </a:r>
          </a:p>
        </p:txBody>
      </p:sp>
      <p:sp>
        <p:nvSpPr>
          <p:cNvPr id="359" name="Rechteck 358">
            <a:extLst>
              <a:ext uri="{FF2B5EF4-FFF2-40B4-BE49-F238E27FC236}">
                <a16:creationId xmlns:a16="http://schemas.microsoft.com/office/drawing/2014/main" id="{CFB51D65-14CB-CC10-5048-7E74D705B111}"/>
              </a:ext>
            </a:extLst>
          </p:cNvPr>
          <p:cNvSpPr/>
          <p:nvPr/>
        </p:nvSpPr>
        <p:spPr>
          <a:xfrm>
            <a:off x="1168900" y="4403504"/>
            <a:ext cx="612000" cy="180000"/>
          </a:xfrm>
          <a:prstGeom prst="rect">
            <a:avLst/>
          </a:prstGeom>
          <a:solidFill>
            <a:schemeClr val="tx2"/>
          </a:solidFill>
          <a:ln w="9525" cmpd="sng" algn="ctr">
            <a:solidFill>
              <a:schemeClr val="tx2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PayOne</a:t>
            </a:r>
            <a:endParaRPr kumimoji="0" lang="de-DE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+mn-ea"/>
              <a:cs typeface="Calibri" charset="0"/>
            </a:endParaRPr>
          </a:p>
        </p:txBody>
      </p:sp>
      <p:sp>
        <p:nvSpPr>
          <p:cNvPr id="360" name="Textfeld 359">
            <a:extLst>
              <a:ext uri="{FF2B5EF4-FFF2-40B4-BE49-F238E27FC236}">
                <a16:creationId xmlns:a16="http://schemas.microsoft.com/office/drawing/2014/main" id="{A3A828D7-C0D6-6374-B245-BD2E1E38DE2B}"/>
              </a:ext>
            </a:extLst>
          </p:cNvPr>
          <p:cNvSpPr txBox="1"/>
          <p:nvPr/>
        </p:nvSpPr>
        <p:spPr>
          <a:xfrm>
            <a:off x="288460" y="3937657"/>
            <a:ext cx="1604887" cy="193899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67527" rtl="0" eaLnBrk="1" fontAlgn="base" latinLnBrk="0" hangingPunct="1">
              <a:lnSpc>
                <a:spcPct val="90000"/>
              </a:lnSpc>
              <a:spcBef>
                <a:spcPts val="423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rPr>
              <a:t>Dateischnittstellen weiterer Vor- und Umsysteme (andere Plattformen) </a:t>
            </a:r>
            <a:r>
              <a: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  <a:sym typeface="Wingdings" panose="05000000000000000000" pitchFamily="2" charset="2"/>
              </a:rPr>
              <a:t> &gt;100</a:t>
            </a:r>
            <a:endParaRPr kumimoji="0" lang="de-DE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Arial Narrow" pitchFamily="34" charset="0"/>
            </a:endParaRPr>
          </a:p>
        </p:txBody>
      </p:sp>
      <p:grpSp>
        <p:nvGrpSpPr>
          <p:cNvPr id="397" name="Gruppieren 396">
            <a:extLst>
              <a:ext uri="{FF2B5EF4-FFF2-40B4-BE49-F238E27FC236}">
                <a16:creationId xmlns:a16="http://schemas.microsoft.com/office/drawing/2014/main" id="{62701B51-A335-128F-AE4B-7D4F3C6C4AA2}"/>
              </a:ext>
            </a:extLst>
          </p:cNvPr>
          <p:cNvGrpSpPr/>
          <p:nvPr/>
        </p:nvGrpSpPr>
        <p:grpSpPr>
          <a:xfrm>
            <a:off x="7420960" y="437938"/>
            <a:ext cx="971552" cy="635989"/>
            <a:chOff x="7448256" y="915611"/>
            <a:chExt cx="971552" cy="635989"/>
          </a:xfrm>
        </p:grpSpPr>
        <p:sp>
          <p:nvSpPr>
            <p:cNvPr id="365" name="Rechteck 364">
              <a:extLst>
                <a:ext uri="{FF2B5EF4-FFF2-40B4-BE49-F238E27FC236}">
                  <a16:creationId xmlns:a16="http://schemas.microsoft.com/office/drawing/2014/main" id="{D1EEDF40-DE87-EE32-7557-4549C4115222}"/>
                </a:ext>
              </a:extLst>
            </p:cNvPr>
            <p:cNvSpPr/>
            <p:nvPr/>
          </p:nvSpPr>
          <p:spPr bwMode="gray">
            <a:xfrm>
              <a:off x="7448256" y="915611"/>
              <a:ext cx="971552" cy="635989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 cmpd="sng" algn="ctr">
              <a:solidFill>
                <a:schemeClr val="bg2"/>
              </a:solidFill>
              <a:miter lim="800000"/>
              <a:headEnd/>
              <a:tailEnd/>
            </a:ln>
            <a:effectLst/>
          </p:spPr>
          <p:txBody>
            <a:bodyPr wrap="none" rtlCol="0" anchor="b" anchorCtr="0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charset="0"/>
                  <a:ea typeface="+mn-ea"/>
                  <a:cs typeface="Calibri" charset="0"/>
                </a:rPr>
                <a:t>Finanzamt</a:t>
              </a:r>
              <a:b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charset="0"/>
                  <a:ea typeface="+mn-ea"/>
                  <a:cs typeface="Calibri" charset="0"/>
                </a:rPr>
              </a:b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charset="0"/>
                  <a:ea typeface="+mn-ea"/>
                  <a:cs typeface="Calibri" charset="0"/>
                </a:rPr>
                <a:t>Elster Rich Client (ERIC)</a:t>
              </a:r>
              <a:endPara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pic>
          <p:nvPicPr>
            <p:cNvPr id="368" name="Grafik 367" descr="Bank Silhouette">
              <a:extLst>
                <a:ext uri="{FF2B5EF4-FFF2-40B4-BE49-F238E27FC236}">
                  <a16:creationId xmlns:a16="http://schemas.microsoft.com/office/drawing/2014/main" id="{18C4AE8C-68CD-897B-36C3-5027AC91DB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724457" y="928546"/>
              <a:ext cx="378353" cy="378353"/>
            </a:xfrm>
            <a:prstGeom prst="rect">
              <a:avLst/>
            </a:prstGeom>
          </p:spPr>
        </p:pic>
      </p:grpSp>
      <p:sp>
        <p:nvSpPr>
          <p:cNvPr id="372" name="Textfeld 371">
            <a:extLst>
              <a:ext uri="{FF2B5EF4-FFF2-40B4-BE49-F238E27FC236}">
                <a16:creationId xmlns:a16="http://schemas.microsoft.com/office/drawing/2014/main" id="{80FB82D5-D5AC-CCF1-72D7-3F33B0725196}"/>
              </a:ext>
            </a:extLst>
          </p:cNvPr>
          <p:cNvSpPr txBox="1"/>
          <p:nvPr/>
        </p:nvSpPr>
        <p:spPr>
          <a:xfrm>
            <a:off x="9063474" y="3570532"/>
            <a:ext cx="1047659" cy="969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67527" rtl="0" eaLnBrk="1" fontAlgn="base" latinLnBrk="0" hangingPunct="1">
              <a:lnSpc>
                <a:spcPct val="90000"/>
              </a:lnSpc>
              <a:spcBef>
                <a:spcPts val="423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rPr>
              <a:t>Verbindung SAP Public Cloud</a:t>
            </a:r>
          </a:p>
        </p:txBody>
      </p:sp>
      <p:sp>
        <p:nvSpPr>
          <p:cNvPr id="373" name="Textfeld 372">
            <a:extLst>
              <a:ext uri="{FF2B5EF4-FFF2-40B4-BE49-F238E27FC236}">
                <a16:creationId xmlns:a16="http://schemas.microsoft.com/office/drawing/2014/main" id="{F6E42C27-0C96-24DD-83D3-79195E4FE508}"/>
              </a:ext>
            </a:extLst>
          </p:cNvPr>
          <p:cNvSpPr txBox="1"/>
          <p:nvPr/>
        </p:nvSpPr>
        <p:spPr>
          <a:xfrm>
            <a:off x="10576499" y="3712747"/>
            <a:ext cx="1063412" cy="969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67527" rtl="0" eaLnBrk="1" fontAlgn="base" latinLnBrk="0" hangingPunct="1">
              <a:lnSpc>
                <a:spcPct val="90000"/>
              </a:lnSpc>
              <a:spcBef>
                <a:spcPts val="423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rPr>
              <a:t>Verbindung SAP Public Cloud</a:t>
            </a:r>
          </a:p>
        </p:txBody>
      </p:sp>
      <p:grpSp>
        <p:nvGrpSpPr>
          <p:cNvPr id="396" name="Gruppieren 395">
            <a:extLst>
              <a:ext uri="{FF2B5EF4-FFF2-40B4-BE49-F238E27FC236}">
                <a16:creationId xmlns:a16="http://schemas.microsoft.com/office/drawing/2014/main" id="{F46BE16F-E326-054D-3B52-F367081EA68F}"/>
              </a:ext>
            </a:extLst>
          </p:cNvPr>
          <p:cNvGrpSpPr/>
          <p:nvPr/>
        </p:nvGrpSpPr>
        <p:grpSpPr>
          <a:xfrm>
            <a:off x="9046764" y="433754"/>
            <a:ext cx="971552" cy="635989"/>
            <a:chOff x="8668817" y="911427"/>
            <a:chExt cx="971552" cy="635989"/>
          </a:xfrm>
        </p:grpSpPr>
        <p:sp>
          <p:nvSpPr>
            <p:cNvPr id="374" name="Rechteck 373">
              <a:extLst>
                <a:ext uri="{FF2B5EF4-FFF2-40B4-BE49-F238E27FC236}">
                  <a16:creationId xmlns:a16="http://schemas.microsoft.com/office/drawing/2014/main" id="{82B5FD1A-8DA4-98BD-DC67-1666FC7A775C}"/>
                </a:ext>
              </a:extLst>
            </p:cNvPr>
            <p:cNvSpPr/>
            <p:nvPr/>
          </p:nvSpPr>
          <p:spPr bwMode="gray">
            <a:xfrm>
              <a:off x="8668817" y="911427"/>
              <a:ext cx="971552" cy="635989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 cmpd="sng" algn="ctr">
              <a:solidFill>
                <a:schemeClr val="bg2"/>
              </a:solidFill>
              <a:miter lim="800000"/>
              <a:headEnd/>
              <a:tailEnd/>
            </a:ln>
            <a:effectLst/>
          </p:spPr>
          <p:txBody>
            <a:bodyPr wrap="none" rtlCol="0" anchor="b" anchorCtr="0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charset="0"/>
                  <a:ea typeface="+mn-ea"/>
                  <a:cs typeface="Calibri" charset="0"/>
                </a:rPr>
                <a:t>Hausbanken</a:t>
              </a:r>
              <a:endPara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pic>
          <p:nvPicPr>
            <p:cNvPr id="375" name="Grafik 374" descr="Gebäude Silhouette">
              <a:extLst>
                <a:ext uri="{FF2B5EF4-FFF2-40B4-BE49-F238E27FC236}">
                  <a16:creationId xmlns:a16="http://schemas.microsoft.com/office/drawing/2014/main" id="{693B86F5-34EC-5503-474C-D8C08F32E25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923065" y="962689"/>
              <a:ext cx="403910" cy="403910"/>
            </a:xfrm>
            <a:prstGeom prst="rect">
              <a:avLst/>
            </a:prstGeom>
          </p:spPr>
        </p:pic>
      </p:grpSp>
      <p:sp>
        <p:nvSpPr>
          <p:cNvPr id="62" name="Rechteck 61">
            <a:extLst>
              <a:ext uri="{FF2B5EF4-FFF2-40B4-BE49-F238E27FC236}">
                <a16:creationId xmlns:a16="http://schemas.microsoft.com/office/drawing/2014/main" id="{8C079295-AA42-0840-0FC3-520B033EDC25}"/>
              </a:ext>
            </a:extLst>
          </p:cNvPr>
          <p:cNvSpPr/>
          <p:nvPr/>
        </p:nvSpPr>
        <p:spPr bwMode="gray">
          <a:xfrm>
            <a:off x="315491" y="5121431"/>
            <a:ext cx="756000" cy="216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 cmpd="sng" algn="ctr">
            <a:solidFill>
              <a:schemeClr val="bg2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IDL Publisher</a:t>
            </a:r>
          </a:p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(</a:t>
            </a:r>
            <a:r>
              <a:rPr kumimoji="0" lang="de-DE" sz="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Pflichtveroffentl</a:t>
            </a:r>
            <a:r>
              <a: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.)</a:t>
            </a:r>
            <a:endParaRPr kumimoji="0" lang="de-DE" sz="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+mn-ea"/>
              <a:cs typeface="Calibri" charset="0"/>
            </a:endParaRPr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3B29CF7B-CA9B-2886-92F0-3D713B2D67EC}"/>
              </a:ext>
            </a:extLst>
          </p:cNvPr>
          <p:cNvSpPr/>
          <p:nvPr/>
        </p:nvSpPr>
        <p:spPr>
          <a:xfrm>
            <a:off x="375115" y="4171802"/>
            <a:ext cx="612000" cy="180000"/>
          </a:xfrm>
          <a:prstGeom prst="rect">
            <a:avLst/>
          </a:prstGeom>
          <a:solidFill>
            <a:schemeClr val="tx2"/>
          </a:solidFill>
          <a:ln w="9525" cmpd="sng" algn="ctr">
            <a:solidFill>
              <a:schemeClr val="tx2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marL="0" marR="0" lvl="0" indent="0" algn="ctr" defTabSz="96733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BSI CRM</a:t>
            </a:r>
          </a:p>
        </p:txBody>
      </p:sp>
      <p:sp>
        <p:nvSpPr>
          <p:cNvPr id="270" name="Rechteck 269">
            <a:extLst>
              <a:ext uri="{FF2B5EF4-FFF2-40B4-BE49-F238E27FC236}">
                <a16:creationId xmlns:a16="http://schemas.microsoft.com/office/drawing/2014/main" id="{BE2B5185-14DB-8302-A5E7-B5103BB38B49}"/>
              </a:ext>
            </a:extLst>
          </p:cNvPr>
          <p:cNvSpPr/>
          <p:nvPr/>
        </p:nvSpPr>
        <p:spPr>
          <a:xfrm>
            <a:off x="1163870" y="4168266"/>
            <a:ext cx="612000" cy="180000"/>
          </a:xfrm>
          <a:prstGeom prst="rect">
            <a:avLst/>
          </a:prstGeom>
          <a:solidFill>
            <a:schemeClr val="tx2"/>
          </a:solidFill>
          <a:ln w="9525" cmpd="sng" algn="ctr">
            <a:solidFill>
              <a:schemeClr val="tx2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INSIS</a:t>
            </a:r>
          </a:p>
        </p:txBody>
      </p:sp>
      <p:sp>
        <p:nvSpPr>
          <p:cNvPr id="271" name="Textfeld 270">
            <a:extLst>
              <a:ext uri="{FF2B5EF4-FFF2-40B4-BE49-F238E27FC236}">
                <a16:creationId xmlns:a16="http://schemas.microsoft.com/office/drawing/2014/main" id="{21CABBC1-4B8B-E65D-8F13-5A6A90940A23}"/>
              </a:ext>
            </a:extLst>
          </p:cNvPr>
          <p:cNvSpPr txBox="1"/>
          <p:nvPr/>
        </p:nvSpPr>
        <p:spPr>
          <a:xfrm>
            <a:off x="295400" y="4972980"/>
            <a:ext cx="1604887" cy="969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67527" rtl="0" eaLnBrk="1" fontAlgn="base" latinLnBrk="0" hangingPunct="1">
              <a:lnSpc>
                <a:spcPct val="90000"/>
              </a:lnSpc>
              <a:spcBef>
                <a:spcPts val="423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rPr>
              <a:t>Weitere Schnittstellen Enterprise Services</a:t>
            </a:r>
          </a:p>
        </p:txBody>
      </p:sp>
      <p:sp>
        <p:nvSpPr>
          <p:cNvPr id="272" name="Rechteck 271">
            <a:extLst>
              <a:ext uri="{FF2B5EF4-FFF2-40B4-BE49-F238E27FC236}">
                <a16:creationId xmlns:a16="http://schemas.microsoft.com/office/drawing/2014/main" id="{0E5A1498-6A7C-AFFA-73AF-044256689D51}"/>
              </a:ext>
            </a:extLst>
          </p:cNvPr>
          <p:cNvSpPr/>
          <p:nvPr/>
        </p:nvSpPr>
        <p:spPr bwMode="gray">
          <a:xfrm>
            <a:off x="314136" y="5373125"/>
            <a:ext cx="756000" cy="216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 cmpd="sng" algn="ctr">
            <a:solidFill>
              <a:schemeClr val="bg2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KPMG Closing Pilot</a:t>
            </a:r>
            <a:br>
              <a: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</a:br>
            <a:r>
              <a: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(Plan. </a:t>
            </a:r>
            <a:r>
              <a:rPr kumimoji="0" lang="de-DE" sz="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Finanzabschl</a:t>
            </a:r>
            <a:r>
              <a: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.)</a:t>
            </a:r>
          </a:p>
        </p:txBody>
      </p:sp>
      <p:sp>
        <p:nvSpPr>
          <p:cNvPr id="279" name="Rechteck 278">
            <a:extLst>
              <a:ext uri="{FF2B5EF4-FFF2-40B4-BE49-F238E27FC236}">
                <a16:creationId xmlns:a16="http://schemas.microsoft.com/office/drawing/2014/main" id="{20BE5008-6699-F004-8FED-293A9A5D5D08}"/>
              </a:ext>
            </a:extLst>
          </p:cNvPr>
          <p:cNvSpPr/>
          <p:nvPr/>
        </p:nvSpPr>
        <p:spPr bwMode="gray">
          <a:xfrm>
            <a:off x="314136" y="5621962"/>
            <a:ext cx="756000" cy="216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 cmpd="sng" algn="ctr">
            <a:solidFill>
              <a:schemeClr val="bg2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PIT </a:t>
            </a:r>
            <a:r>
              <a:rPr kumimoji="0" lang="de-DE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pitFM</a:t>
            </a:r>
            <a:endParaRPr kumimoji="0" lang="de-DE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+mn-ea"/>
              <a:cs typeface="Calibri" charset="0"/>
            </a:endParaRPr>
          </a:p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(Facility </a:t>
            </a:r>
            <a:r>
              <a:rPr kumimoji="0" lang="de-DE" sz="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Mgmt</a:t>
            </a:r>
            <a:r>
              <a: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.)</a:t>
            </a:r>
            <a:endParaRPr kumimoji="0" lang="de-DE" sz="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+mn-ea"/>
              <a:cs typeface="Calibri" charset="0"/>
            </a:endParaRPr>
          </a:p>
        </p:txBody>
      </p:sp>
      <p:sp>
        <p:nvSpPr>
          <p:cNvPr id="64" name="Rechteck 63">
            <a:extLst>
              <a:ext uri="{FF2B5EF4-FFF2-40B4-BE49-F238E27FC236}">
                <a16:creationId xmlns:a16="http://schemas.microsoft.com/office/drawing/2014/main" id="{0E1848FB-3166-020A-54FE-32CA86032882}"/>
              </a:ext>
            </a:extLst>
          </p:cNvPr>
          <p:cNvSpPr/>
          <p:nvPr/>
        </p:nvSpPr>
        <p:spPr bwMode="gray">
          <a:xfrm>
            <a:off x="314136" y="5865294"/>
            <a:ext cx="756000" cy="216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 cmpd="sng" algn="ctr">
            <a:solidFill>
              <a:schemeClr val="bg2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Spider Contract</a:t>
            </a:r>
          </a:p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(Vertr. &amp; Liz. </a:t>
            </a:r>
            <a:r>
              <a:rPr kumimoji="0" lang="de-DE" sz="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Mgmt</a:t>
            </a:r>
            <a:r>
              <a: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)</a:t>
            </a:r>
            <a:endParaRPr kumimoji="0" lang="de-DE" sz="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+mn-ea"/>
              <a:cs typeface="Calibri" charset="0"/>
            </a:endParaRPr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8EEAEA5A-C89A-3DA3-0C21-59B5602D0949}"/>
              </a:ext>
            </a:extLst>
          </p:cNvPr>
          <p:cNvSpPr/>
          <p:nvPr/>
        </p:nvSpPr>
        <p:spPr bwMode="gray">
          <a:xfrm>
            <a:off x="1110484" y="5870507"/>
            <a:ext cx="756000" cy="216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 cmpd="sng" algn="ctr">
            <a:solidFill>
              <a:schemeClr val="bg2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Intrashop</a:t>
            </a:r>
          </a:p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(Int. Bestellabwicklung)</a:t>
            </a:r>
            <a:endParaRPr kumimoji="0" lang="de-DE" sz="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+mn-ea"/>
              <a:cs typeface="Calibri" charset="0"/>
            </a:endParaRPr>
          </a:p>
        </p:txBody>
      </p:sp>
      <p:sp>
        <p:nvSpPr>
          <p:cNvPr id="66" name="Rechteck 65">
            <a:extLst>
              <a:ext uri="{FF2B5EF4-FFF2-40B4-BE49-F238E27FC236}">
                <a16:creationId xmlns:a16="http://schemas.microsoft.com/office/drawing/2014/main" id="{2B245A0E-F6AC-93A6-2A2E-BA3E979B0EFC}"/>
              </a:ext>
            </a:extLst>
          </p:cNvPr>
          <p:cNvSpPr/>
          <p:nvPr/>
        </p:nvSpPr>
        <p:spPr bwMode="gray">
          <a:xfrm>
            <a:off x="1110484" y="5121431"/>
            <a:ext cx="756000" cy="216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 cmpd="sng" algn="ctr">
            <a:solidFill>
              <a:schemeClr val="bg2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IDL Konsis</a:t>
            </a:r>
          </a:p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(Konsolidierung)</a:t>
            </a:r>
            <a:endParaRPr kumimoji="0" lang="de-DE" sz="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+mn-ea"/>
              <a:cs typeface="Calibri" charset="0"/>
            </a:endParaRPr>
          </a:p>
        </p:txBody>
      </p:sp>
      <p:sp>
        <p:nvSpPr>
          <p:cNvPr id="67" name="Rechteck 66">
            <a:extLst>
              <a:ext uri="{FF2B5EF4-FFF2-40B4-BE49-F238E27FC236}">
                <a16:creationId xmlns:a16="http://schemas.microsoft.com/office/drawing/2014/main" id="{76BD4310-8ECD-0B26-C980-9400B760753F}"/>
              </a:ext>
            </a:extLst>
          </p:cNvPr>
          <p:cNvSpPr/>
          <p:nvPr/>
        </p:nvSpPr>
        <p:spPr bwMode="gray">
          <a:xfrm>
            <a:off x="1109129" y="5373125"/>
            <a:ext cx="756000" cy="216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 cmpd="sng" algn="ctr">
            <a:solidFill>
              <a:schemeClr val="bg2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SimCorp</a:t>
            </a:r>
            <a:r>
              <a: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 Dimension</a:t>
            </a:r>
            <a:br>
              <a: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</a:br>
            <a:r>
              <a: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(Verw. Kapitalanlagen)</a:t>
            </a:r>
          </a:p>
        </p:txBody>
      </p:sp>
      <p:sp>
        <p:nvSpPr>
          <p:cNvPr id="68" name="Rechteck 67">
            <a:extLst>
              <a:ext uri="{FF2B5EF4-FFF2-40B4-BE49-F238E27FC236}">
                <a16:creationId xmlns:a16="http://schemas.microsoft.com/office/drawing/2014/main" id="{7D06D77A-2430-B646-318D-167F6B993F6D}"/>
              </a:ext>
            </a:extLst>
          </p:cNvPr>
          <p:cNvSpPr/>
          <p:nvPr/>
        </p:nvSpPr>
        <p:spPr bwMode="gray">
          <a:xfrm>
            <a:off x="1109129" y="5621962"/>
            <a:ext cx="756000" cy="216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 cmpd="sng" algn="ctr">
            <a:solidFill>
              <a:schemeClr val="bg2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DATEV</a:t>
            </a:r>
          </a:p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(Gehaltsabr.1400+8600)</a:t>
            </a:r>
            <a:endParaRPr kumimoji="0" lang="de-DE" sz="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+mn-ea"/>
              <a:cs typeface="Calibri" charset="0"/>
            </a:endParaRPr>
          </a:p>
        </p:txBody>
      </p:sp>
      <p:cxnSp>
        <p:nvCxnSpPr>
          <p:cNvPr id="73" name="Verbinder: gewinkelt 72">
            <a:extLst>
              <a:ext uri="{FF2B5EF4-FFF2-40B4-BE49-F238E27FC236}">
                <a16:creationId xmlns:a16="http://schemas.microsoft.com/office/drawing/2014/main" id="{5259C15C-DCA3-1F87-E646-B2882AB632F5}"/>
              </a:ext>
            </a:extLst>
          </p:cNvPr>
          <p:cNvCxnSpPr>
            <a:cxnSpLocks/>
            <a:stCxn id="43" idx="2"/>
            <a:endCxn id="116" idx="1"/>
          </p:cNvCxnSpPr>
          <p:nvPr/>
        </p:nvCxnSpPr>
        <p:spPr>
          <a:xfrm rot="16200000" flipH="1">
            <a:off x="3101145" y="252168"/>
            <a:ext cx="106475" cy="4478804"/>
          </a:xfrm>
          <a:prstGeom prst="bentConnector2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triangle" w="med" len="sm"/>
            <a:tailEnd type="triangle" w="med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Verbinder: gewinkelt 74">
            <a:extLst>
              <a:ext uri="{FF2B5EF4-FFF2-40B4-BE49-F238E27FC236}">
                <a16:creationId xmlns:a16="http://schemas.microsoft.com/office/drawing/2014/main" id="{B30D38BD-8EFF-D4DD-7EF8-17313519D6DD}"/>
              </a:ext>
            </a:extLst>
          </p:cNvPr>
          <p:cNvCxnSpPr>
            <a:cxnSpLocks/>
            <a:stCxn id="53" idx="2"/>
            <a:endCxn id="116" idx="1"/>
          </p:cNvCxnSpPr>
          <p:nvPr/>
        </p:nvCxnSpPr>
        <p:spPr>
          <a:xfrm rot="16200000" flipH="1">
            <a:off x="3432951" y="583974"/>
            <a:ext cx="106475" cy="3815191"/>
          </a:xfrm>
          <a:prstGeom prst="bentConnector2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triangle" w="med" len="sm"/>
            <a:tailEnd type="triangle" w="med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6" name="Verbinder: gewinkelt 365">
            <a:extLst>
              <a:ext uri="{FF2B5EF4-FFF2-40B4-BE49-F238E27FC236}">
                <a16:creationId xmlns:a16="http://schemas.microsoft.com/office/drawing/2014/main" id="{0DAA59F6-128A-E1DF-D7A5-366C54A645D5}"/>
              </a:ext>
            </a:extLst>
          </p:cNvPr>
          <p:cNvCxnSpPr>
            <a:cxnSpLocks/>
            <a:stCxn id="91" idx="2"/>
            <a:endCxn id="116" idx="1"/>
          </p:cNvCxnSpPr>
          <p:nvPr/>
        </p:nvCxnSpPr>
        <p:spPr>
          <a:xfrm rot="16200000" flipH="1">
            <a:off x="4226581" y="1377604"/>
            <a:ext cx="106475" cy="2227932"/>
          </a:xfrm>
          <a:prstGeom prst="bentConnector2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triangle" w="med" len="sm"/>
            <a:tailEnd type="triangle" w="med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Verbinder: gewinkelt 369">
            <a:extLst>
              <a:ext uri="{FF2B5EF4-FFF2-40B4-BE49-F238E27FC236}">
                <a16:creationId xmlns:a16="http://schemas.microsoft.com/office/drawing/2014/main" id="{9DDDC1AE-EA62-0FD2-3857-06984EF0A400}"/>
              </a:ext>
            </a:extLst>
          </p:cNvPr>
          <p:cNvCxnSpPr>
            <a:cxnSpLocks/>
            <a:stCxn id="80" idx="2"/>
            <a:endCxn id="116" idx="1"/>
          </p:cNvCxnSpPr>
          <p:nvPr/>
        </p:nvCxnSpPr>
        <p:spPr>
          <a:xfrm rot="16200000" flipH="1">
            <a:off x="4717831" y="1868854"/>
            <a:ext cx="106475" cy="1245431"/>
          </a:xfrm>
          <a:prstGeom prst="bentConnector2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triangle" w="med" len="sm"/>
            <a:tailEnd type="triangle" w="med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Gerade Verbindung mit Pfeil 378">
            <a:extLst>
              <a:ext uri="{FF2B5EF4-FFF2-40B4-BE49-F238E27FC236}">
                <a16:creationId xmlns:a16="http://schemas.microsoft.com/office/drawing/2014/main" id="{7FD79235-68B5-4EC6-7ADD-B30F4DE7217C}"/>
              </a:ext>
            </a:extLst>
          </p:cNvPr>
          <p:cNvCxnSpPr>
            <a:cxnSpLocks/>
            <a:stCxn id="116" idx="2"/>
          </p:cNvCxnSpPr>
          <p:nvPr/>
        </p:nvCxnSpPr>
        <p:spPr>
          <a:xfrm>
            <a:off x="5969659" y="2754536"/>
            <a:ext cx="0" cy="638165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triangle" w="med" len="sm"/>
            <a:tailEnd type="triangle" w="med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Gerade Verbindung mit Pfeil 383">
            <a:extLst>
              <a:ext uri="{FF2B5EF4-FFF2-40B4-BE49-F238E27FC236}">
                <a16:creationId xmlns:a16="http://schemas.microsoft.com/office/drawing/2014/main" id="{45A4F9CA-A733-6E86-57F4-A84586FA2EDC}"/>
              </a:ext>
            </a:extLst>
          </p:cNvPr>
          <p:cNvCxnSpPr>
            <a:cxnSpLocks/>
            <a:stCxn id="111" idx="2"/>
          </p:cNvCxnSpPr>
          <p:nvPr/>
        </p:nvCxnSpPr>
        <p:spPr>
          <a:xfrm>
            <a:off x="7358681" y="2761990"/>
            <a:ext cx="0" cy="624300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triangle" w="med" len="sm"/>
            <a:tailEnd type="triangle" w="med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Verbinder: gewinkelt 388">
            <a:extLst>
              <a:ext uri="{FF2B5EF4-FFF2-40B4-BE49-F238E27FC236}">
                <a16:creationId xmlns:a16="http://schemas.microsoft.com/office/drawing/2014/main" id="{1AECB7B1-6FED-8B04-D714-EFFC24B2ACE1}"/>
              </a:ext>
            </a:extLst>
          </p:cNvPr>
          <p:cNvCxnSpPr>
            <a:cxnSpLocks/>
            <a:stCxn id="1057" idx="0"/>
            <a:endCxn id="116" idx="2"/>
          </p:cNvCxnSpPr>
          <p:nvPr/>
        </p:nvCxnSpPr>
        <p:spPr>
          <a:xfrm rot="5400000" flipH="1" flipV="1">
            <a:off x="3239818" y="598994"/>
            <a:ext cx="574299" cy="4885384"/>
          </a:xfrm>
          <a:prstGeom prst="bentConnector3">
            <a:avLst>
              <a:gd name="adj1" fmla="val 61882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triangle" w="med" len="sm"/>
            <a:tailEnd type="triangle" w="med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Verbinder: gewinkelt 397">
            <a:extLst>
              <a:ext uri="{FF2B5EF4-FFF2-40B4-BE49-F238E27FC236}">
                <a16:creationId xmlns:a16="http://schemas.microsoft.com/office/drawing/2014/main" id="{D43F2E1F-D01F-D561-72ED-E759FB0188F1}"/>
              </a:ext>
            </a:extLst>
          </p:cNvPr>
          <p:cNvCxnSpPr>
            <a:cxnSpLocks/>
            <a:stCxn id="107" idx="3"/>
            <a:endCxn id="374" idx="2"/>
          </p:cNvCxnSpPr>
          <p:nvPr/>
        </p:nvCxnSpPr>
        <p:spPr>
          <a:xfrm flipV="1">
            <a:off x="9254674" y="1069743"/>
            <a:ext cx="277866" cy="431997"/>
          </a:xfrm>
          <a:prstGeom prst="bentConnector2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triangle" w="med" len="sm"/>
            <a:tailEnd type="triangle" w="med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Verbinder: gewinkelt 400">
            <a:extLst>
              <a:ext uri="{FF2B5EF4-FFF2-40B4-BE49-F238E27FC236}">
                <a16:creationId xmlns:a16="http://schemas.microsoft.com/office/drawing/2014/main" id="{6FEEA38E-1D9D-17A7-9485-815D0E31C0F5}"/>
              </a:ext>
            </a:extLst>
          </p:cNvPr>
          <p:cNvCxnSpPr>
            <a:cxnSpLocks/>
            <a:stCxn id="48" idx="3"/>
            <a:endCxn id="246" idx="1"/>
          </p:cNvCxnSpPr>
          <p:nvPr/>
        </p:nvCxnSpPr>
        <p:spPr>
          <a:xfrm flipV="1">
            <a:off x="10246678" y="1702178"/>
            <a:ext cx="405082" cy="860558"/>
          </a:xfrm>
          <a:prstGeom prst="bentConnector3">
            <a:avLst>
              <a:gd name="adj1" fmla="val 65161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triangle" w="med" len="sm"/>
            <a:tailEnd type="triangle" w="med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Verbinder: gewinkelt 404">
            <a:extLst>
              <a:ext uri="{FF2B5EF4-FFF2-40B4-BE49-F238E27FC236}">
                <a16:creationId xmlns:a16="http://schemas.microsoft.com/office/drawing/2014/main" id="{5CE24732-BCEE-ED9A-C733-2683F55967AB}"/>
              </a:ext>
            </a:extLst>
          </p:cNvPr>
          <p:cNvCxnSpPr>
            <a:cxnSpLocks/>
            <a:stCxn id="50" idx="3"/>
            <a:endCxn id="40" idx="1"/>
          </p:cNvCxnSpPr>
          <p:nvPr/>
        </p:nvCxnSpPr>
        <p:spPr>
          <a:xfrm flipV="1">
            <a:off x="10246678" y="2523289"/>
            <a:ext cx="405082" cy="112763"/>
          </a:xfrm>
          <a:prstGeom prst="bentConnector3">
            <a:avLst>
              <a:gd name="adj1" fmla="val 75268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triangle" w="med" len="sm"/>
            <a:tailEnd type="triangle" w="med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Verbinder: gewinkelt 408">
            <a:extLst>
              <a:ext uri="{FF2B5EF4-FFF2-40B4-BE49-F238E27FC236}">
                <a16:creationId xmlns:a16="http://schemas.microsoft.com/office/drawing/2014/main" id="{413C4968-81DD-FB75-3AA6-69769A83F147}"/>
              </a:ext>
            </a:extLst>
          </p:cNvPr>
          <p:cNvCxnSpPr>
            <a:cxnSpLocks/>
            <a:stCxn id="48" idx="2"/>
            <a:endCxn id="245" idx="0"/>
          </p:cNvCxnSpPr>
          <p:nvPr/>
        </p:nvCxnSpPr>
        <p:spPr>
          <a:xfrm rot="5400000">
            <a:off x="9394785" y="2959029"/>
            <a:ext cx="623821" cy="251402"/>
          </a:xfrm>
          <a:prstGeom prst="bentConnector3">
            <a:avLst>
              <a:gd name="adj1" fmla="val 26638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triangle" w="med" len="sm"/>
            <a:tailEnd type="triangle" w="med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Gerade Verbindung mit Pfeil 412">
            <a:extLst>
              <a:ext uri="{FF2B5EF4-FFF2-40B4-BE49-F238E27FC236}">
                <a16:creationId xmlns:a16="http://schemas.microsoft.com/office/drawing/2014/main" id="{4F0B17BA-75AB-42D0-1F67-A4FF9822DC2A}"/>
              </a:ext>
            </a:extLst>
          </p:cNvPr>
          <p:cNvCxnSpPr>
            <a:cxnSpLocks/>
            <a:stCxn id="244" idx="2"/>
            <a:endCxn id="235" idx="0"/>
          </p:cNvCxnSpPr>
          <p:nvPr/>
        </p:nvCxnSpPr>
        <p:spPr>
          <a:xfrm>
            <a:off x="9580994" y="3692466"/>
            <a:ext cx="939" cy="578988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triangle" w="med" len="sm"/>
            <a:tailEnd type="triangle" w="med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echteck 116">
            <a:extLst>
              <a:ext uri="{FF2B5EF4-FFF2-40B4-BE49-F238E27FC236}">
                <a16:creationId xmlns:a16="http://schemas.microsoft.com/office/drawing/2014/main" id="{9665C7EE-4327-DD81-E92A-61006573CBAA}"/>
              </a:ext>
            </a:extLst>
          </p:cNvPr>
          <p:cNvSpPr/>
          <p:nvPr/>
        </p:nvSpPr>
        <p:spPr bwMode="gray">
          <a:xfrm>
            <a:off x="4152167" y="3392701"/>
            <a:ext cx="4705914" cy="293597"/>
          </a:xfrm>
          <a:prstGeom prst="rect">
            <a:avLst/>
          </a:prstGeom>
          <a:solidFill>
            <a:srgbClr val="CCECFF"/>
          </a:solidFill>
          <a:ln w="9525" cmpd="sng" algn="ctr">
            <a:solidFill>
              <a:srgbClr val="3366FF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+mn-ea"/>
              <a:cs typeface="Calibri" charset="0"/>
            </a:endParaRPr>
          </a:p>
        </p:txBody>
      </p:sp>
      <p:sp>
        <p:nvSpPr>
          <p:cNvPr id="122" name="Rechteck 121">
            <a:extLst>
              <a:ext uri="{FF2B5EF4-FFF2-40B4-BE49-F238E27FC236}">
                <a16:creationId xmlns:a16="http://schemas.microsoft.com/office/drawing/2014/main" id="{6F1C7F8D-A4E9-84C0-577C-D747CE5F08EB}"/>
              </a:ext>
            </a:extLst>
          </p:cNvPr>
          <p:cNvSpPr/>
          <p:nvPr/>
        </p:nvSpPr>
        <p:spPr bwMode="gray">
          <a:xfrm>
            <a:off x="4159281" y="3390473"/>
            <a:ext cx="4694431" cy="144000"/>
          </a:xfrm>
          <a:prstGeom prst="rect">
            <a:avLst/>
          </a:prstGeom>
          <a:solidFill>
            <a:srgbClr val="3399FF"/>
          </a:solidFill>
          <a:ln w="9525" cmpd="sng" algn="ctr">
            <a:solidFill>
              <a:srgbClr val="3366FF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rPr>
              <a:t>SAP Cloud Connector</a:t>
            </a:r>
          </a:p>
        </p:txBody>
      </p:sp>
      <p:sp>
        <p:nvSpPr>
          <p:cNvPr id="371" name="Textfeld 370">
            <a:extLst>
              <a:ext uri="{FF2B5EF4-FFF2-40B4-BE49-F238E27FC236}">
                <a16:creationId xmlns:a16="http://schemas.microsoft.com/office/drawing/2014/main" id="{1908226C-44D0-5280-00C8-A6DE28C29764}"/>
              </a:ext>
            </a:extLst>
          </p:cNvPr>
          <p:cNvSpPr txBox="1"/>
          <p:nvPr/>
        </p:nvSpPr>
        <p:spPr>
          <a:xfrm>
            <a:off x="4206836" y="3568151"/>
            <a:ext cx="4658360" cy="969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67527" rtl="0" eaLnBrk="1" fontAlgn="base" latinLnBrk="0" hangingPunct="1">
              <a:lnSpc>
                <a:spcPct val="90000"/>
              </a:lnSpc>
              <a:spcBef>
                <a:spcPts val="423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rPr>
              <a:t>Verbindung SAP Public Cloud</a:t>
            </a:r>
          </a:p>
        </p:txBody>
      </p:sp>
      <p:cxnSp>
        <p:nvCxnSpPr>
          <p:cNvPr id="214" name="Gerade Verbindung mit Pfeil 213">
            <a:extLst>
              <a:ext uri="{FF2B5EF4-FFF2-40B4-BE49-F238E27FC236}">
                <a16:creationId xmlns:a16="http://schemas.microsoft.com/office/drawing/2014/main" id="{DB23A912-56D6-4D5C-7586-49C23D46F977}"/>
              </a:ext>
            </a:extLst>
          </p:cNvPr>
          <p:cNvCxnSpPr>
            <a:cxnSpLocks/>
            <a:stCxn id="232" idx="2"/>
            <a:endCxn id="26" idx="0"/>
          </p:cNvCxnSpPr>
          <p:nvPr/>
        </p:nvCxnSpPr>
        <p:spPr>
          <a:xfrm>
            <a:off x="11100834" y="3825166"/>
            <a:ext cx="1549" cy="448695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triangle" w="med" len="sm"/>
            <a:tailEnd type="triangle" w="med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Gerade Verbindung mit Pfeil 216">
            <a:extLst>
              <a:ext uri="{FF2B5EF4-FFF2-40B4-BE49-F238E27FC236}">
                <a16:creationId xmlns:a16="http://schemas.microsoft.com/office/drawing/2014/main" id="{A164CFFA-3575-0304-2BB6-85A5422EF7C4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8297160" y="3683172"/>
            <a:ext cx="6467" cy="577369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triangle" w="med" len="sm"/>
            <a:tailEnd type="triangle" w="med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Gerade Verbindung mit Pfeil 217">
            <a:extLst>
              <a:ext uri="{FF2B5EF4-FFF2-40B4-BE49-F238E27FC236}">
                <a16:creationId xmlns:a16="http://schemas.microsoft.com/office/drawing/2014/main" id="{A75BBF40-CD57-FC4B-9C36-D422BC972A87}"/>
              </a:ext>
            </a:extLst>
          </p:cNvPr>
          <p:cNvCxnSpPr>
            <a:cxnSpLocks/>
            <a:endCxn id="1072" idx="0"/>
          </p:cNvCxnSpPr>
          <p:nvPr/>
        </p:nvCxnSpPr>
        <p:spPr>
          <a:xfrm>
            <a:off x="5869649" y="3676753"/>
            <a:ext cx="0" cy="116646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triangle" w="med" len="sm"/>
            <a:tailEnd type="triangle" w="med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Verbinder: gewinkelt 219">
            <a:extLst>
              <a:ext uri="{FF2B5EF4-FFF2-40B4-BE49-F238E27FC236}">
                <a16:creationId xmlns:a16="http://schemas.microsoft.com/office/drawing/2014/main" id="{8FD0DAAC-B519-A9CF-E49E-88A9472EB3DE}"/>
              </a:ext>
            </a:extLst>
          </p:cNvPr>
          <p:cNvCxnSpPr>
            <a:cxnSpLocks/>
            <a:stCxn id="116" idx="3"/>
            <a:endCxn id="365" idx="1"/>
          </p:cNvCxnSpPr>
          <p:nvPr/>
        </p:nvCxnSpPr>
        <p:spPr>
          <a:xfrm flipV="1">
            <a:off x="6545533" y="755933"/>
            <a:ext cx="875427" cy="1788875"/>
          </a:xfrm>
          <a:prstGeom prst="bentConnector3">
            <a:avLst>
              <a:gd name="adj1" fmla="val 11483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triangle" w="med" len="sm"/>
            <a:tailEnd type="triangle" w="med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6" name="Gerade Verbindung mit Pfeil 415">
            <a:extLst>
              <a:ext uri="{FF2B5EF4-FFF2-40B4-BE49-F238E27FC236}">
                <a16:creationId xmlns:a16="http://schemas.microsoft.com/office/drawing/2014/main" id="{1F321F67-6D3C-7F4A-A313-91D9B3F56658}"/>
              </a:ext>
            </a:extLst>
          </p:cNvPr>
          <p:cNvCxnSpPr>
            <a:cxnSpLocks/>
          </p:cNvCxnSpPr>
          <p:nvPr/>
        </p:nvCxnSpPr>
        <p:spPr>
          <a:xfrm>
            <a:off x="8312506" y="2844516"/>
            <a:ext cx="0" cy="544973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triangle" w="med" len="sm"/>
            <a:tailEnd type="triangle" w="med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8" name="Verbinder: gewinkelt 417">
            <a:extLst>
              <a:ext uri="{FF2B5EF4-FFF2-40B4-BE49-F238E27FC236}">
                <a16:creationId xmlns:a16="http://schemas.microsoft.com/office/drawing/2014/main" id="{3AB5CB09-A8EA-321E-D8B4-40B3C97D8A87}"/>
              </a:ext>
            </a:extLst>
          </p:cNvPr>
          <p:cNvCxnSpPr>
            <a:cxnSpLocks/>
            <a:stCxn id="233" idx="0"/>
            <a:endCxn id="2" idx="2"/>
          </p:cNvCxnSpPr>
          <p:nvPr/>
        </p:nvCxnSpPr>
        <p:spPr>
          <a:xfrm rot="16200000" flipV="1">
            <a:off x="9515537" y="1941576"/>
            <a:ext cx="693114" cy="2482416"/>
          </a:xfrm>
          <a:prstGeom prst="bentConnector3">
            <a:avLst>
              <a:gd name="adj1" fmla="val 74193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triangle" w="med" len="sm"/>
            <a:tailEnd type="triangle" w="med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Gerade Verbindung mit Pfeil 425">
            <a:extLst>
              <a:ext uri="{FF2B5EF4-FFF2-40B4-BE49-F238E27FC236}">
                <a16:creationId xmlns:a16="http://schemas.microsoft.com/office/drawing/2014/main" id="{24299B14-EE8C-2E6A-0DFB-AA80940B5A73}"/>
              </a:ext>
            </a:extLst>
          </p:cNvPr>
          <p:cNvCxnSpPr>
            <a:cxnSpLocks/>
            <a:stCxn id="18" idx="2"/>
            <a:endCxn id="1037" idx="0"/>
          </p:cNvCxnSpPr>
          <p:nvPr/>
        </p:nvCxnSpPr>
        <p:spPr>
          <a:xfrm>
            <a:off x="8303629" y="4564303"/>
            <a:ext cx="2436" cy="126391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triangle" w="med" len="sm"/>
            <a:tailEnd type="triangle" w="med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9" name="Gerade Verbindung mit Pfeil 428">
            <a:extLst>
              <a:ext uri="{FF2B5EF4-FFF2-40B4-BE49-F238E27FC236}">
                <a16:creationId xmlns:a16="http://schemas.microsoft.com/office/drawing/2014/main" id="{8C69262C-39A8-C9CA-7BD7-FD05F3F5C198}"/>
              </a:ext>
            </a:extLst>
          </p:cNvPr>
          <p:cNvCxnSpPr>
            <a:cxnSpLocks/>
            <a:stCxn id="1036" idx="2"/>
            <a:endCxn id="1048" idx="0"/>
          </p:cNvCxnSpPr>
          <p:nvPr/>
        </p:nvCxnSpPr>
        <p:spPr>
          <a:xfrm>
            <a:off x="8306067" y="5278792"/>
            <a:ext cx="2752" cy="129182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triangle" w="med" len="sm"/>
            <a:tailEnd type="triangle" w="med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Gerade Verbindung mit Pfeil 435">
            <a:extLst>
              <a:ext uri="{FF2B5EF4-FFF2-40B4-BE49-F238E27FC236}">
                <a16:creationId xmlns:a16="http://schemas.microsoft.com/office/drawing/2014/main" id="{3588FDC7-83A3-4A3C-5E2B-453A97948A2E}"/>
              </a:ext>
            </a:extLst>
          </p:cNvPr>
          <p:cNvCxnSpPr>
            <a:cxnSpLocks/>
          </p:cNvCxnSpPr>
          <p:nvPr/>
        </p:nvCxnSpPr>
        <p:spPr>
          <a:xfrm flipH="1">
            <a:off x="7597371" y="4793519"/>
            <a:ext cx="150696" cy="4271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triangle" w="med" len="sm"/>
            <a:tailEnd type="triangle" w="med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9" name="Gerade Verbindung mit Pfeil 438">
            <a:extLst>
              <a:ext uri="{FF2B5EF4-FFF2-40B4-BE49-F238E27FC236}">
                <a16:creationId xmlns:a16="http://schemas.microsoft.com/office/drawing/2014/main" id="{3C36877E-6301-84FF-F918-89607BE47B72}"/>
              </a:ext>
            </a:extLst>
          </p:cNvPr>
          <p:cNvCxnSpPr>
            <a:cxnSpLocks/>
          </p:cNvCxnSpPr>
          <p:nvPr/>
        </p:nvCxnSpPr>
        <p:spPr>
          <a:xfrm flipH="1">
            <a:off x="7597371" y="5921971"/>
            <a:ext cx="154612" cy="2358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triangle" w="med" len="sm"/>
            <a:tailEnd type="triangle" w="med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Verbinder: gewinkelt 443">
            <a:extLst>
              <a:ext uri="{FF2B5EF4-FFF2-40B4-BE49-F238E27FC236}">
                <a16:creationId xmlns:a16="http://schemas.microsoft.com/office/drawing/2014/main" id="{4FD47165-4698-6EEE-7645-EDC37089DBC5}"/>
              </a:ext>
            </a:extLst>
          </p:cNvPr>
          <p:cNvCxnSpPr>
            <a:cxnSpLocks/>
            <a:stCxn id="234" idx="2"/>
            <a:endCxn id="13" idx="3"/>
          </p:cNvCxnSpPr>
          <p:nvPr/>
        </p:nvCxnSpPr>
        <p:spPr>
          <a:xfrm rot="5400000">
            <a:off x="9105734" y="5560949"/>
            <a:ext cx="238007" cy="713507"/>
          </a:xfrm>
          <a:prstGeom prst="bentConnector2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triangle" w="med" len="sm"/>
            <a:tailEnd type="triangle" w="med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7" name="Verbinder: gewinkelt 446">
            <a:extLst>
              <a:ext uri="{FF2B5EF4-FFF2-40B4-BE49-F238E27FC236}">
                <a16:creationId xmlns:a16="http://schemas.microsoft.com/office/drawing/2014/main" id="{E36777FD-CDAA-A261-0367-9C4FF02257C9}"/>
              </a:ext>
            </a:extLst>
          </p:cNvPr>
          <p:cNvCxnSpPr>
            <a:cxnSpLocks/>
            <a:stCxn id="25" idx="2"/>
            <a:endCxn id="13" idx="3"/>
          </p:cNvCxnSpPr>
          <p:nvPr/>
        </p:nvCxnSpPr>
        <p:spPr>
          <a:xfrm rot="5400000">
            <a:off x="9644410" y="4578733"/>
            <a:ext cx="681546" cy="2234400"/>
          </a:xfrm>
          <a:prstGeom prst="bentConnector2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triangle" w="med" len="sm"/>
            <a:tailEnd type="triangle" w="med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8" name="Verbinder: gewinkelt 1057">
            <a:extLst>
              <a:ext uri="{FF2B5EF4-FFF2-40B4-BE49-F238E27FC236}">
                <a16:creationId xmlns:a16="http://schemas.microsoft.com/office/drawing/2014/main" id="{C2AE1BD8-1AD4-A5FC-CDE1-209CF6717191}"/>
              </a:ext>
            </a:extLst>
          </p:cNvPr>
          <p:cNvCxnSpPr>
            <a:cxnSpLocks/>
            <a:stCxn id="18" idx="3"/>
            <a:endCxn id="13" idx="3"/>
          </p:cNvCxnSpPr>
          <p:nvPr/>
        </p:nvCxnSpPr>
        <p:spPr>
          <a:xfrm>
            <a:off x="8861629" y="4410929"/>
            <a:ext cx="6354" cy="1625777"/>
          </a:xfrm>
          <a:prstGeom prst="bentConnector3">
            <a:avLst>
              <a:gd name="adj1" fmla="val 1735332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triangle" w="med" len="sm"/>
            <a:tailEnd type="triangle" w="med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2" name="Verbinder: gewinkelt 1061">
            <a:extLst>
              <a:ext uri="{FF2B5EF4-FFF2-40B4-BE49-F238E27FC236}">
                <a16:creationId xmlns:a16="http://schemas.microsoft.com/office/drawing/2014/main" id="{128EB1B5-6CD5-C6A9-3CCC-2CEABE0399A8}"/>
              </a:ext>
            </a:extLst>
          </p:cNvPr>
          <p:cNvCxnSpPr>
            <a:cxnSpLocks/>
            <a:stCxn id="18" idx="3"/>
            <a:endCxn id="1036" idx="3"/>
          </p:cNvCxnSpPr>
          <p:nvPr/>
        </p:nvCxnSpPr>
        <p:spPr>
          <a:xfrm>
            <a:off x="8861629" y="4410929"/>
            <a:ext cx="2438" cy="573815"/>
          </a:xfrm>
          <a:prstGeom prst="bentConnector3">
            <a:avLst>
              <a:gd name="adj1" fmla="val 4362059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triangle" w="med" len="sm"/>
            <a:tailEnd type="triangle" w="med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8" name="Verbinder: gewinkelt 1067">
            <a:extLst>
              <a:ext uri="{FF2B5EF4-FFF2-40B4-BE49-F238E27FC236}">
                <a16:creationId xmlns:a16="http://schemas.microsoft.com/office/drawing/2014/main" id="{8234DB27-0646-B0BA-0B82-F4DE81727DC1}"/>
              </a:ext>
            </a:extLst>
          </p:cNvPr>
          <p:cNvCxnSpPr>
            <a:cxnSpLocks/>
            <a:endCxn id="308" idx="1"/>
          </p:cNvCxnSpPr>
          <p:nvPr/>
        </p:nvCxnSpPr>
        <p:spPr>
          <a:xfrm rot="5400000" flipH="1" flipV="1">
            <a:off x="5797651" y="2403080"/>
            <a:ext cx="1879625" cy="90682"/>
          </a:xfrm>
          <a:prstGeom prst="bentConnector2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triangle" w="med" len="sm"/>
            <a:tailEnd type="triangle" w="med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7" name="Gruppieren 1076">
            <a:extLst>
              <a:ext uri="{FF2B5EF4-FFF2-40B4-BE49-F238E27FC236}">
                <a16:creationId xmlns:a16="http://schemas.microsoft.com/office/drawing/2014/main" id="{A0D53FE6-A676-1731-D633-9F18A9F02F7E}"/>
              </a:ext>
            </a:extLst>
          </p:cNvPr>
          <p:cNvGrpSpPr/>
          <p:nvPr/>
        </p:nvGrpSpPr>
        <p:grpSpPr>
          <a:xfrm>
            <a:off x="9423602" y="1839993"/>
            <a:ext cx="828568" cy="420168"/>
            <a:chOff x="7519429" y="2671736"/>
            <a:chExt cx="828568" cy="420168"/>
          </a:xfrm>
        </p:grpSpPr>
        <p:sp>
          <p:nvSpPr>
            <p:cNvPr id="1078" name="Rechteck 1077">
              <a:extLst>
                <a:ext uri="{FF2B5EF4-FFF2-40B4-BE49-F238E27FC236}">
                  <a16:creationId xmlns:a16="http://schemas.microsoft.com/office/drawing/2014/main" id="{3B444D29-5357-60C2-D7FE-F335F48DD9AA}"/>
                </a:ext>
              </a:extLst>
            </p:cNvPr>
            <p:cNvSpPr/>
            <p:nvPr/>
          </p:nvSpPr>
          <p:spPr bwMode="gray">
            <a:xfrm>
              <a:off x="7519432" y="2671736"/>
              <a:ext cx="828565" cy="420168"/>
            </a:xfrm>
            <a:prstGeom prst="rect">
              <a:avLst/>
            </a:prstGeom>
            <a:solidFill>
              <a:srgbClr val="CCEC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1079" name="Rechteck 1078">
              <a:extLst>
                <a:ext uri="{FF2B5EF4-FFF2-40B4-BE49-F238E27FC236}">
                  <a16:creationId xmlns:a16="http://schemas.microsoft.com/office/drawing/2014/main" id="{67733CA9-875B-6530-8294-4AD4550F066E}"/>
                </a:ext>
              </a:extLst>
            </p:cNvPr>
            <p:cNvSpPr/>
            <p:nvPr/>
          </p:nvSpPr>
          <p:spPr bwMode="gray">
            <a:xfrm>
              <a:off x="7519429" y="2672879"/>
              <a:ext cx="828568" cy="131639"/>
            </a:xfrm>
            <a:prstGeom prst="rect">
              <a:avLst/>
            </a:prstGeom>
            <a:solidFill>
              <a:srgbClr val="3399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Calibri" charset="0"/>
                  <a:cs typeface="Calibri" charset="0"/>
                </a:rPr>
                <a:t>SAP Cloud ALM</a:t>
              </a:r>
            </a:p>
          </p:txBody>
        </p:sp>
        <p:sp>
          <p:nvSpPr>
            <p:cNvPr id="1080" name="Textfeld 1079">
              <a:extLst>
                <a:ext uri="{FF2B5EF4-FFF2-40B4-BE49-F238E27FC236}">
                  <a16:creationId xmlns:a16="http://schemas.microsoft.com/office/drawing/2014/main" id="{96375E37-EA97-EAEE-5A72-498A1523E5FB}"/>
                </a:ext>
              </a:extLst>
            </p:cNvPr>
            <p:cNvSpPr txBox="1"/>
            <p:nvPr/>
          </p:nvSpPr>
          <p:spPr>
            <a:xfrm>
              <a:off x="7523894" y="2858186"/>
              <a:ext cx="824103" cy="19389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67527" rtl="0" eaLnBrk="1" fontAlgn="base" latinLnBrk="0" hangingPunct="1">
                <a:lnSpc>
                  <a:spcPct val="90000"/>
                </a:lnSpc>
                <a:spcBef>
                  <a:spcPts val="423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Application Lifecycle</a:t>
              </a:r>
              <a:b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</a:b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Management</a:t>
              </a:r>
            </a:p>
          </p:txBody>
        </p:sp>
      </p:grpSp>
      <p:cxnSp>
        <p:nvCxnSpPr>
          <p:cNvPr id="1091" name="Gerade Verbindung mit Pfeil 1090">
            <a:extLst>
              <a:ext uri="{FF2B5EF4-FFF2-40B4-BE49-F238E27FC236}">
                <a16:creationId xmlns:a16="http://schemas.microsoft.com/office/drawing/2014/main" id="{D8F2BBBF-5E93-7140-98A3-E6456687EB8D}"/>
              </a:ext>
            </a:extLst>
          </p:cNvPr>
          <p:cNvCxnSpPr>
            <a:cxnSpLocks/>
          </p:cNvCxnSpPr>
          <p:nvPr/>
        </p:nvCxnSpPr>
        <p:spPr>
          <a:xfrm flipH="1">
            <a:off x="7590122" y="4304438"/>
            <a:ext cx="155505" cy="6428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triangle" w="med" len="sm"/>
            <a:tailEnd type="triangle" w="med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29" name="Gruppieren 1028">
            <a:extLst>
              <a:ext uri="{FF2B5EF4-FFF2-40B4-BE49-F238E27FC236}">
                <a16:creationId xmlns:a16="http://schemas.microsoft.com/office/drawing/2014/main" id="{2674C563-DA02-DDE0-0604-140E785A7DB4}"/>
              </a:ext>
            </a:extLst>
          </p:cNvPr>
          <p:cNvGrpSpPr/>
          <p:nvPr/>
        </p:nvGrpSpPr>
        <p:grpSpPr>
          <a:xfrm>
            <a:off x="5941185" y="5963926"/>
            <a:ext cx="1547919" cy="216000"/>
            <a:chOff x="5950918" y="5579580"/>
            <a:chExt cx="1547919" cy="216000"/>
          </a:xfrm>
        </p:grpSpPr>
        <p:sp>
          <p:nvSpPr>
            <p:cNvPr id="72" name="Rechteck 71">
              <a:extLst>
                <a:ext uri="{FF2B5EF4-FFF2-40B4-BE49-F238E27FC236}">
                  <a16:creationId xmlns:a16="http://schemas.microsoft.com/office/drawing/2014/main" id="{1E8E45AA-012D-1BC6-46C0-33A589D80B71}"/>
                </a:ext>
              </a:extLst>
            </p:cNvPr>
            <p:cNvSpPr/>
            <p:nvPr/>
          </p:nvSpPr>
          <p:spPr bwMode="gray">
            <a:xfrm>
              <a:off x="5950921" y="5579580"/>
              <a:ext cx="1547916" cy="21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mpd="sng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846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74" name="Rechteck 73">
              <a:extLst>
                <a:ext uri="{FF2B5EF4-FFF2-40B4-BE49-F238E27FC236}">
                  <a16:creationId xmlns:a16="http://schemas.microsoft.com/office/drawing/2014/main" id="{EC7052AD-8C2B-F4F0-64A1-C6C0EF1830B9}"/>
                </a:ext>
              </a:extLst>
            </p:cNvPr>
            <p:cNvSpPr/>
            <p:nvPr/>
          </p:nvSpPr>
          <p:spPr bwMode="gray">
            <a:xfrm>
              <a:off x="5950918" y="5579580"/>
              <a:ext cx="88149" cy="216000"/>
            </a:xfrm>
            <a:prstGeom prst="rect">
              <a:avLst/>
            </a:prstGeom>
            <a:solidFill>
              <a:schemeClr val="bg2"/>
            </a:solidFill>
            <a:ln w="9525" cmpd="sng" algn="ctr">
              <a:solidFill>
                <a:schemeClr val="bg2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741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DAC88BEF-AF54-729D-CE5D-AAD264252235}"/>
                </a:ext>
              </a:extLst>
            </p:cNvPr>
            <p:cNvSpPr txBox="1"/>
            <p:nvPr/>
          </p:nvSpPr>
          <p:spPr>
            <a:xfrm>
              <a:off x="6048047" y="5609738"/>
              <a:ext cx="1382646" cy="155684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>
              <a:defPPr>
                <a:defRPr lang="de-DE"/>
              </a:defPPr>
              <a:lvl1pPr>
                <a:lnSpc>
                  <a:spcPct val="70000"/>
                </a:lnSpc>
                <a:spcBef>
                  <a:spcPts val="0"/>
                </a:spcBef>
                <a:buClr>
                  <a:srgbClr val="000000"/>
                </a:buClr>
                <a:buSzPct val="100000"/>
                <a:defRPr sz="700" b="0">
                  <a:latin typeface="+mn-lt"/>
                  <a:cs typeface="Arial Narrow" pitchFamily="34" charset="0"/>
                </a:defRPr>
              </a:lvl1pPr>
            </a:lstStyle>
            <a:p>
              <a:pPr marL="0" marR="0" lvl="0" indent="0" algn="ctr" defTabSz="967527" rtl="0" eaLnBrk="1" fontAlgn="base" latinLnBrk="0" hangingPunct="1">
                <a:lnSpc>
                  <a:spcPct val="7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</a:rPr>
                <a:t>APICON</a:t>
              </a:r>
              <a:b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</a:rPr>
              </a:b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</a:rPr>
                <a:t>(Web Services für IVALUA)</a:t>
              </a:r>
            </a:p>
          </p:txBody>
        </p:sp>
      </p:grpSp>
      <p:grpSp>
        <p:nvGrpSpPr>
          <p:cNvPr id="1045" name="Gruppieren 1044">
            <a:extLst>
              <a:ext uri="{FF2B5EF4-FFF2-40B4-BE49-F238E27FC236}">
                <a16:creationId xmlns:a16="http://schemas.microsoft.com/office/drawing/2014/main" id="{51ADDB5C-D0AE-B5B0-C4D8-5566C7601C62}"/>
              </a:ext>
            </a:extLst>
          </p:cNvPr>
          <p:cNvGrpSpPr/>
          <p:nvPr/>
        </p:nvGrpSpPr>
        <p:grpSpPr>
          <a:xfrm>
            <a:off x="4029546" y="5956218"/>
            <a:ext cx="1840103" cy="216000"/>
            <a:chOff x="5950918" y="5579580"/>
            <a:chExt cx="1840103" cy="216000"/>
          </a:xfrm>
        </p:grpSpPr>
        <p:sp>
          <p:nvSpPr>
            <p:cNvPr id="1046" name="Rechteck 1045">
              <a:extLst>
                <a:ext uri="{FF2B5EF4-FFF2-40B4-BE49-F238E27FC236}">
                  <a16:creationId xmlns:a16="http://schemas.microsoft.com/office/drawing/2014/main" id="{7FD45052-B639-C957-3D68-29AEEE75DB23}"/>
                </a:ext>
              </a:extLst>
            </p:cNvPr>
            <p:cNvSpPr/>
            <p:nvPr/>
          </p:nvSpPr>
          <p:spPr bwMode="gray">
            <a:xfrm>
              <a:off x="5950921" y="5579580"/>
              <a:ext cx="1840100" cy="21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mpd="sng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846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1050" name="Rechteck 1049">
              <a:extLst>
                <a:ext uri="{FF2B5EF4-FFF2-40B4-BE49-F238E27FC236}">
                  <a16:creationId xmlns:a16="http://schemas.microsoft.com/office/drawing/2014/main" id="{F94FD3B7-9F06-ACC6-5447-2CEE59F932BC}"/>
                </a:ext>
              </a:extLst>
            </p:cNvPr>
            <p:cNvSpPr/>
            <p:nvPr/>
          </p:nvSpPr>
          <p:spPr bwMode="gray">
            <a:xfrm>
              <a:off x="5950918" y="5579580"/>
              <a:ext cx="88149" cy="216000"/>
            </a:xfrm>
            <a:prstGeom prst="rect">
              <a:avLst/>
            </a:prstGeom>
            <a:solidFill>
              <a:schemeClr val="bg2"/>
            </a:solidFill>
            <a:ln w="9525" cmpd="sng" algn="ctr">
              <a:solidFill>
                <a:schemeClr val="bg2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741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051" name="Textfeld 1050">
              <a:extLst>
                <a:ext uri="{FF2B5EF4-FFF2-40B4-BE49-F238E27FC236}">
                  <a16:creationId xmlns:a16="http://schemas.microsoft.com/office/drawing/2014/main" id="{58DD1A36-AB48-7877-3404-CA251B6748AB}"/>
                </a:ext>
              </a:extLst>
            </p:cNvPr>
            <p:cNvSpPr txBox="1"/>
            <p:nvPr/>
          </p:nvSpPr>
          <p:spPr>
            <a:xfrm>
              <a:off x="6048046" y="5609738"/>
              <a:ext cx="1715941" cy="155684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>
              <a:defPPr>
                <a:defRPr lang="de-DE"/>
              </a:defPPr>
              <a:lvl1pPr>
                <a:lnSpc>
                  <a:spcPct val="70000"/>
                </a:lnSpc>
                <a:spcBef>
                  <a:spcPts val="0"/>
                </a:spcBef>
                <a:buClr>
                  <a:srgbClr val="000000"/>
                </a:buClr>
                <a:buSzPct val="100000"/>
                <a:defRPr sz="700" b="0">
                  <a:latin typeface="+mn-lt"/>
                  <a:cs typeface="Arial Narrow" pitchFamily="34" charset="0"/>
                </a:defRPr>
              </a:lvl1pPr>
            </a:lstStyle>
            <a:p>
              <a:pPr marL="0" marR="0" lvl="0" indent="0" algn="ctr" defTabSz="967527" rtl="0" eaLnBrk="1" fontAlgn="base" latinLnBrk="0" hangingPunct="1">
                <a:lnSpc>
                  <a:spcPct val="7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</a:rPr>
                <a:t>WinShuttle</a:t>
              </a:r>
              <a:b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</a:rPr>
              </a:b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</a:rPr>
                <a:t>(Massenänderungen über Excel-Oberfläche)</a:t>
              </a:r>
            </a:p>
          </p:txBody>
        </p:sp>
      </p:grpSp>
      <p:sp>
        <p:nvSpPr>
          <p:cNvPr id="1057" name="Rechteck 1056">
            <a:extLst>
              <a:ext uri="{FF2B5EF4-FFF2-40B4-BE49-F238E27FC236}">
                <a16:creationId xmlns:a16="http://schemas.microsoft.com/office/drawing/2014/main" id="{CC1D8621-1825-1C43-C0CC-D260B0A96945}"/>
              </a:ext>
            </a:extLst>
          </p:cNvPr>
          <p:cNvSpPr/>
          <p:nvPr/>
        </p:nvSpPr>
        <p:spPr bwMode="gray">
          <a:xfrm>
            <a:off x="352114" y="3328835"/>
            <a:ext cx="1464321" cy="39791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 cmpd="sng" algn="ctr">
            <a:solidFill>
              <a:schemeClr val="bg2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none" tIns="18000" rtlCol="0" anchor="t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ADAC Data Portal</a:t>
            </a:r>
            <a:endParaRPr kumimoji="0" lang="de-DE" sz="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+mn-ea"/>
              <a:cs typeface="Calibri" charset="0"/>
            </a:endParaRPr>
          </a:p>
        </p:txBody>
      </p:sp>
      <p:sp>
        <p:nvSpPr>
          <p:cNvPr id="1061" name="Gleichschenkliges Dreieck 1060">
            <a:extLst>
              <a:ext uri="{FF2B5EF4-FFF2-40B4-BE49-F238E27FC236}">
                <a16:creationId xmlns:a16="http://schemas.microsoft.com/office/drawing/2014/main" id="{403A1FEE-B0D0-D8D4-632C-9CE78348D53B}"/>
              </a:ext>
            </a:extLst>
          </p:cNvPr>
          <p:cNvSpPr/>
          <p:nvPr/>
        </p:nvSpPr>
        <p:spPr bwMode="gray">
          <a:xfrm>
            <a:off x="378875" y="3770534"/>
            <a:ext cx="1466195" cy="124605"/>
          </a:xfrm>
          <a:prstGeom prst="triangle">
            <a:avLst/>
          </a:prstGeom>
          <a:solidFill>
            <a:schemeClr val="bg2">
              <a:lumMod val="20000"/>
              <a:lumOff val="80000"/>
            </a:schemeClr>
          </a:solidFill>
          <a:ln w="6350" cmpd="sng" algn="ctr">
            <a:solidFill>
              <a:schemeClr val="bg2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none" lIns="0" tIns="0" rIns="0" bIns="36000" rtlCol="0" anchor="ctr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UAC</a:t>
            </a:r>
          </a:p>
        </p:txBody>
      </p:sp>
      <p:grpSp>
        <p:nvGrpSpPr>
          <p:cNvPr id="1066" name="Gruppieren 1065">
            <a:extLst>
              <a:ext uri="{FF2B5EF4-FFF2-40B4-BE49-F238E27FC236}">
                <a16:creationId xmlns:a16="http://schemas.microsoft.com/office/drawing/2014/main" id="{46ED06AF-DB1D-C57B-107C-2A557A076F78}"/>
              </a:ext>
            </a:extLst>
          </p:cNvPr>
          <p:cNvGrpSpPr/>
          <p:nvPr/>
        </p:nvGrpSpPr>
        <p:grpSpPr>
          <a:xfrm>
            <a:off x="5935562" y="4804759"/>
            <a:ext cx="1552048" cy="216000"/>
            <a:chOff x="4333029" y="3969992"/>
            <a:chExt cx="1552048" cy="216000"/>
          </a:xfrm>
        </p:grpSpPr>
        <p:sp>
          <p:nvSpPr>
            <p:cNvPr id="1067" name="Rechteck 1066">
              <a:extLst>
                <a:ext uri="{FF2B5EF4-FFF2-40B4-BE49-F238E27FC236}">
                  <a16:creationId xmlns:a16="http://schemas.microsoft.com/office/drawing/2014/main" id="{7DFAE8E2-C4D6-AAFE-C734-6515203354BA}"/>
                </a:ext>
              </a:extLst>
            </p:cNvPr>
            <p:cNvSpPr/>
            <p:nvPr/>
          </p:nvSpPr>
          <p:spPr bwMode="gray">
            <a:xfrm>
              <a:off x="4333058" y="3969992"/>
              <a:ext cx="1552019" cy="216000"/>
            </a:xfrm>
            <a:prstGeom prst="rect">
              <a:avLst/>
            </a:prstGeom>
            <a:solidFill>
              <a:schemeClr val="bg1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1069" name="Rechteck 1068">
              <a:extLst>
                <a:ext uri="{FF2B5EF4-FFF2-40B4-BE49-F238E27FC236}">
                  <a16:creationId xmlns:a16="http://schemas.microsoft.com/office/drawing/2014/main" id="{90E22DDE-7741-9DAA-DA4E-9993C43E041D}"/>
                </a:ext>
              </a:extLst>
            </p:cNvPr>
            <p:cNvSpPr/>
            <p:nvPr/>
          </p:nvSpPr>
          <p:spPr bwMode="gray">
            <a:xfrm>
              <a:off x="4333029" y="3969992"/>
              <a:ext cx="88149" cy="216000"/>
            </a:xfrm>
            <a:prstGeom prst="rect">
              <a:avLst/>
            </a:prstGeom>
            <a:solidFill>
              <a:srgbClr val="3399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741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1070" name="Textfeld 1069">
              <a:extLst>
                <a:ext uri="{FF2B5EF4-FFF2-40B4-BE49-F238E27FC236}">
                  <a16:creationId xmlns:a16="http://schemas.microsoft.com/office/drawing/2014/main" id="{E8CF03DD-4519-6250-FEE1-3A71B5BF9FB3}"/>
                </a:ext>
              </a:extLst>
            </p:cNvPr>
            <p:cNvSpPr txBox="1"/>
            <p:nvPr/>
          </p:nvSpPr>
          <p:spPr>
            <a:xfrm>
              <a:off x="4418874" y="4017535"/>
              <a:ext cx="1466203" cy="144207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67527" rtl="0" eaLnBrk="1" fontAlgn="base" latinLnBrk="0" hangingPunct="1">
                <a:lnSpc>
                  <a:spcPct val="7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Application Interface Framework</a:t>
              </a:r>
            </a:p>
            <a:p>
              <a:pPr marL="0" marR="0" lvl="0" indent="0" algn="ctr" defTabSz="967527" rtl="0" eaLnBrk="1" fontAlgn="base" latinLnBrk="0" hangingPunct="1">
                <a:lnSpc>
                  <a:spcPct val="7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(</a:t>
              </a:r>
              <a:r>
                <a:rPr kumimoji="0" lang="de-DE" sz="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Schnittstellenverw</a:t>
              </a:r>
              <a:r>
                <a:rPr kumimoji="0" lang="de-DE" sz="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. mit zentr. Fehlerspeicher)</a:t>
              </a:r>
            </a:p>
          </p:txBody>
        </p:sp>
      </p:grpSp>
      <p:sp>
        <p:nvSpPr>
          <p:cNvPr id="1072" name="Rechteck 1071">
            <a:extLst>
              <a:ext uri="{FF2B5EF4-FFF2-40B4-BE49-F238E27FC236}">
                <a16:creationId xmlns:a16="http://schemas.microsoft.com/office/drawing/2014/main" id="{61927FF1-7945-FB1F-A26F-BC86A469F498}"/>
              </a:ext>
            </a:extLst>
          </p:cNvPr>
          <p:cNvSpPr/>
          <p:nvPr/>
        </p:nvSpPr>
        <p:spPr bwMode="gray">
          <a:xfrm>
            <a:off x="4151765" y="3793399"/>
            <a:ext cx="3435768" cy="347981"/>
          </a:xfrm>
          <a:prstGeom prst="rect">
            <a:avLst/>
          </a:prstGeom>
          <a:solidFill>
            <a:srgbClr val="CCECFF"/>
          </a:solidFill>
          <a:ln w="9525" cmpd="sng" algn="ctr">
            <a:solidFill>
              <a:srgbClr val="3366FF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+mn-ea"/>
              <a:cs typeface="Calibri" charset="0"/>
            </a:endParaRPr>
          </a:p>
        </p:txBody>
      </p:sp>
      <p:cxnSp>
        <p:nvCxnSpPr>
          <p:cNvPr id="1082" name="Gerade Verbindung mit Pfeil 1081">
            <a:extLst>
              <a:ext uri="{FF2B5EF4-FFF2-40B4-BE49-F238E27FC236}">
                <a16:creationId xmlns:a16="http://schemas.microsoft.com/office/drawing/2014/main" id="{A363C227-7DBC-21BF-6A9D-0C23A0F0E772}"/>
              </a:ext>
            </a:extLst>
          </p:cNvPr>
          <p:cNvCxnSpPr>
            <a:cxnSpLocks/>
            <a:stCxn id="1072" idx="2"/>
          </p:cNvCxnSpPr>
          <p:nvPr/>
        </p:nvCxnSpPr>
        <p:spPr>
          <a:xfrm>
            <a:off x="5869649" y="4141380"/>
            <a:ext cx="0" cy="116175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triangle" w="med" len="sm"/>
            <a:tailEnd type="triangle" w="med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3" name="Textfeld 1082">
            <a:extLst>
              <a:ext uri="{FF2B5EF4-FFF2-40B4-BE49-F238E27FC236}">
                <a16:creationId xmlns:a16="http://schemas.microsoft.com/office/drawing/2014/main" id="{EC9D33E0-79DF-5B4C-0897-2DB1A2DABDD1}"/>
              </a:ext>
            </a:extLst>
          </p:cNvPr>
          <p:cNvSpPr txBox="1"/>
          <p:nvPr/>
        </p:nvSpPr>
        <p:spPr>
          <a:xfrm>
            <a:off x="4181973" y="3906201"/>
            <a:ext cx="755338" cy="1108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67527" rtl="0" eaLnBrk="1" fontAlgn="base" latinLnBrk="0" hangingPunct="1">
              <a:lnSpc>
                <a:spcPct val="90000"/>
              </a:lnSpc>
              <a:spcBef>
                <a:spcPts val="423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rPr>
              <a:t>Azure File Storage</a:t>
            </a:r>
          </a:p>
        </p:txBody>
      </p:sp>
      <p:sp>
        <p:nvSpPr>
          <p:cNvPr id="1084" name="Textfeld 1083">
            <a:extLst>
              <a:ext uri="{FF2B5EF4-FFF2-40B4-BE49-F238E27FC236}">
                <a16:creationId xmlns:a16="http://schemas.microsoft.com/office/drawing/2014/main" id="{859067AA-E31C-A9E7-8CF0-0E80B6D3563A}"/>
              </a:ext>
            </a:extLst>
          </p:cNvPr>
          <p:cNvSpPr txBox="1"/>
          <p:nvPr/>
        </p:nvSpPr>
        <p:spPr>
          <a:xfrm>
            <a:off x="6782805" y="3834717"/>
            <a:ext cx="662508" cy="831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67527" rtl="0" eaLnBrk="1" fontAlgn="base" latinLnBrk="0" hangingPunct="1">
              <a:lnSpc>
                <a:spcPct val="90000"/>
              </a:lnSpc>
              <a:spcBef>
                <a:spcPts val="423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rPr>
              <a:t>Schnittstellen</a:t>
            </a:r>
          </a:p>
        </p:txBody>
      </p:sp>
      <p:sp>
        <p:nvSpPr>
          <p:cNvPr id="1085" name="Textfeld 1084">
            <a:extLst>
              <a:ext uri="{FF2B5EF4-FFF2-40B4-BE49-F238E27FC236}">
                <a16:creationId xmlns:a16="http://schemas.microsoft.com/office/drawing/2014/main" id="{BDD07FE2-4D13-200A-91B0-3DA3501F4410}"/>
              </a:ext>
            </a:extLst>
          </p:cNvPr>
          <p:cNvSpPr txBox="1"/>
          <p:nvPr/>
        </p:nvSpPr>
        <p:spPr>
          <a:xfrm>
            <a:off x="5842616" y="3826474"/>
            <a:ext cx="662508" cy="831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67527" rtl="0" eaLnBrk="1" fontAlgn="base" latinLnBrk="0" hangingPunct="1">
              <a:lnSpc>
                <a:spcPct val="90000"/>
              </a:lnSpc>
              <a:spcBef>
                <a:spcPts val="423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rPr>
              <a:t>MBC-Daten</a:t>
            </a:r>
          </a:p>
        </p:txBody>
      </p:sp>
      <p:cxnSp>
        <p:nvCxnSpPr>
          <p:cNvPr id="1098" name="Gerader Verbinder 1097">
            <a:extLst>
              <a:ext uri="{FF2B5EF4-FFF2-40B4-BE49-F238E27FC236}">
                <a16:creationId xmlns:a16="http://schemas.microsoft.com/office/drawing/2014/main" id="{AF621B26-388C-C59A-CFEC-4C037FC3DB52}"/>
              </a:ext>
            </a:extLst>
          </p:cNvPr>
          <p:cNvCxnSpPr>
            <a:cxnSpLocks/>
          </p:cNvCxnSpPr>
          <p:nvPr/>
        </p:nvCxnSpPr>
        <p:spPr>
          <a:xfrm>
            <a:off x="5683580" y="3815000"/>
            <a:ext cx="0" cy="316556"/>
          </a:xfrm>
          <a:prstGeom prst="line">
            <a:avLst/>
          </a:prstGeom>
          <a:ln w="9525">
            <a:solidFill>
              <a:schemeClr val="tx1"/>
            </a:solidFill>
            <a:prstDash val="sysDash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01" name="Gruppieren 1100">
            <a:extLst>
              <a:ext uri="{FF2B5EF4-FFF2-40B4-BE49-F238E27FC236}">
                <a16:creationId xmlns:a16="http://schemas.microsoft.com/office/drawing/2014/main" id="{0288F126-3678-070A-3101-7AD79AD86C73}"/>
              </a:ext>
            </a:extLst>
          </p:cNvPr>
          <p:cNvGrpSpPr/>
          <p:nvPr/>
        </p:nvGrpSpPr>
        <p:grpSpPr>
          <a:xfrm>
            <a:off x="991679" y="3489124"/>
            <a:ext cx="185140" cy="168343"/>
            <a:chOff x="991679" y="3489124"/>
            <a:chExt cx="185140" cy="168343"/>
          </a:xfrm>
        </p:grpSpPr>
        <p:sp>
          <p:nvSpPr>
            <p:cNvPr id="1063" name="Zylinder 1062">
              <a:extLst>
                <a:ext uri="{FF2B5EF4-FFF2-40B4-BE49-F238E27FC236}">
                  <a16:creationId xmlns:a16="http://schemas.microsoft.com/office/drawing/2014/main" id="{44B88269-F11A-7B6C-BBAB-364143661766}"/>
                </a:ext>
              </a:extLst>
            </p:cNvPr>
            <p:cNvSpPr/>
            <p:nvPr/>
          </p:nvSpPr>
          <p:spPr bwMode="gray">
            <a:xfrm>
              <a:off x="991679" y="3489124"/>
              <a:ext cx="106683" cy="103691"/>
            </a:xfrm>
            <a:prstGeom prst="can">
              <a:avLst/>
            </a:prstGeom>
            <a:solidFill>
              <a:schemeClr val="bg1">
                <a:lumMod val="85000"/>
              </a:schemeClr>
            </a:solidFill>
            <a:ln w="3175" cmpd="sng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099" name="Zylinder 1098">
              <a:extLst>
                <a:ext uri="{FF2B5EF4-FFF2-40B4-BE49-F238E27FC236}">
                  <a16:creationId xmlns:a16="http://schemas.microsoft.com/office/drawing/2014/main" id="{2A79CBEA-0AA9-B353-BE63-3AC619E0A8ED}"/>
                </a:ext>
              </a:extLst>
            </p:cNvPr>
            <p:cNvSpPr/>
            <p:nvPr/>
          </p:nvSpPr>
          <p:spPr bwMode="gray">
            <a:xfrm>
              <a:off x="1036756" y="3520205"/>
              <a:ext cx="106683" cy="103691"/>
            </a:xfrm>
            <a:prstGeom prst="can">
              <a:avLst/>
            </a:prstGeom>
            <a:solidFill>
              <a:schemeClr val="bg1">
                <a:lumMod val="85000"/>
              </a:schemeClr>
            </a:solidFill>
            <a:ln w="3175" cmpd="sng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100" name="Zylinder 1099">
              <a:extLst>
                <a:ext uri="{FF2B5EF4-FFF2-40B4-BE49-F238E27FC236}">
                  <a16:creationId xmlns:a16="http://schemas.microsoft.com/office/drawing/2014/main" id="{A0843019-9834-E5DA-903D-941FE62675E9}"/>
                </a:ext>
              </a:extLst>
            </p:cNvPr>
            <p:cNvSpPr/>
            <p:nvPr/>
          </p:nvSpPr>
          <p:spPr bwMode="gray">
            <a:xfrm>
              <a:off x="1070136" y="3553776"/>
              <a:ext cx="106683" cy="103691"/>
            </a:xfrm>
            <a:prstGeom prst="can">
              <a:avLst/>
            </a:prstGeom>
            <a:solidFill>
              <a:schemeClr val="bg1">
                <a:lumMod val="85000"/>
              </a:schemeClr>
            </a:solidFill>
            <a:ln w="3175" cmpd="sng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endParaRPr>
            </a:p>
          </p:txBody>
        </p:sp>
      </p:grpSp>
      <p:grpSp>
        <p:nvGrpSpPr>
          <p:cNvPr id="1102" name="Gruppieren 1101">
            <a:extLst>
              <a:ext uri="{FF2B5EF4-FFF2-40B4-BE49-F238E27FC236}">
                <a16:creationId xmlns:a16="http://schemas.microsoft.com/office/drawing/2014/main" id="{FEB6AE7A-B3AB-18B7-17AE-02455669935A}"/>
              </a:ext>
            </a:extLst>
          </p:cNvPr>
          <p:cNvGrpSpPr/>
          <p:nvPr/>
        </p:nvGrpSpPr>
        <p:grpSpPr>
          <a:xfrm>
            <a:off x="6096000" y="3933533"/>
            <a:ext cx="185140" cy="168343"/>
            <a:chOff x="991679" y="3489124"/>
            <a:chExt cx="185140" cy="168343"/>
          </a:xfrm>
        </p:grpSpPr>
        <p:sp>
          <p:nvSpPr>
            <p:cNvPr id="1103" name="Zylinder 1102">
              <a:extLst>
                <a:ext uri="{FF2B5EF4-FFF2-40B4-BE49-F238E27FC236}">
                  <a16:creationId xmlns:a16="http://schemas.microsoft.com/office/drawing/2014/main" id="{8AFB1AC5-9FD6-0BA9-CD9A-77576366F39C}"/>
                </a:ext>
              </a:extLst>
            </p:cNvPr>
            <p:cNvSpPr/>
            <p:nvPr/>
          </p:nvSpPr>
          <p:spPr bwMode="gray">
            <a:xfrm>
              <a:off x="991679" y="3489124"/>
              <a:ext cx="106683" cy="103691"/>
            </a:xfrm>
            <a:prstGeom prst="can">
              <a:avLst/>
            </a:prstGeom>
            <a:solidFill>
              <a:schemeClr val="bg1">
                <a:lumMod val="85000"/>
              </a:schemeClr>
            </a:solidFill>
            <a:ln w="3175" cmpd="sng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104" name="Zylinder 1103">
              <a:extLst>
                <a:ext uri="{FF2B5EF4-FFF2-40B4-BE49-F238E27FC236}">
                  <a16:creationId xmlns:a16="http://schemas.microsoft.com/office/drawing/2014/main" id="{D22905FE-714F-A12E-6121-88CEEE590868}"/>
                </a:ext>
              </a:extLst>
            </p:cNvPr>
            <p:cNvSpPr/>
            <p:nvPr/>
          </p:nvSpPr>
          <p:spPr bwMode="gray">
            <a:xfrm>
              <a:off x="1036756" y="3520205"/>
              <a:ext cx="106683" cy="103691"/>
            </a:xfrm>
            <a:prstGeom prst="can">
              <a:avLst/>
            </a:prstGeom>
            <a:solidFill>
              <a:schemeClr val="bg1">
                <a:lumMod val="85000"/>
              </a:schemeClr>
            </a:solidFill>
            <a:ln w="3175" cmpd="sng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105" name="Zylinder 1104">
              <a:extLst>
                <a:ext uri="{FF2B5EF4-FFF2-40B4-BE49-F238E27FC236}">
                  <a16:creationId xmlns:a16="http://schemas.microsoft.com/office/drawing/2014/main" id="{661A3E58-2E4B-CD1D-4E3F-03FD3792DAB5}"/>
                </a:ext>
              </a:extLst>
            </p:cNvPr>
            <p:cNvSpPr/>
            <p:nvPr/>
          </p:nvSpPr>
          <p:spPr bwMode="gray">
            <a:xfrm>
              <a:off x="1070136" y="3553776"/>
              <a:ext cx="106683" cy="103691"/>
            </a:xfrm>
            <a:prstGeom prst="can">
              <a:avLst/>
            </a:prstGeom>
            <a:solidFill>
              <a:schemeClr val="bg1">
                <a:lumMod val="85000"/>
              </a:schemeClr>
            </a:solidFill>
            <a:ln w="3175" cmpd="sng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endParaRPr>
            </a:p>
          </p:txBody>
        </p:sp>
      </p:grpSp>
      <p:grpSp>
        <p:nvGrpSpPr>
          <p:cNvPr id="1106" name="Gruppieren 1105">
            <a:extLst>
              <a:ext uri="{FF2B5EF4-FFF2-40B4-BE49-F238E27FC236}">
                <a16:creationId xmlns:a16="http://schemas.microsoft.com/office/drawing/2014/main" id="{032FC982-36A6-7485-C658-8E1D41AE1232}"/>
              </a:ext>
            </a:extLst>
          </p:cNvPr>
          <p:cNvGrpSpPr/>
          <p:nvPr/>
        </p:nvGrpSpPr>
        <p:grpSpPr>
          <a:xfrm>
            <a:off x="7063403" y="3933533"/>
            <a:ext cx="185140" cy="168343"/>
            <a:chOff x="991679" y="3489124"/>
            <a:chExt cx="185140" cy="168343"/>
          </a:xfrm>
        </p:grpSpPr>
        <p:sp>
          <p:nvSpPr>
            <p:cNvPr id="1107" name="Zylinder 1106">
              <a:extLst>
                <a:ext uri="{FF2B5EF4-FFF2-40B4-BE49-F238E27FC236}">
                  <a16:creationId xmlns:a16="http://schemas.microsoft.com/office/drawing/2014/main" id="{2308C819-80AA-D01A-E2B3-36B95754E03B}"/>
                </a:ext>
              </a:extLst>
            </p:cNvPr>
            <p:cNvSpPr/>
            <p:nvPr/>
          </p:nvSpPr>
          <p:spPr bwMode="gray">
            <a:xfrm>
              <a:off x="991679" y="3489124"/>
              <a:ext cx="106683" cy="103691"/>
            </a:xfrm>
            <a:prstGeom prst="can">
              <a:avLst/>
            </a:prstGeom>
            <a:solidFill>
              <a:schemeClr val="bg1">
                <a:lumMod val="85000"/>
              </a:schemeClr>
            </a:solidFill>
            <a:ln w="3175" cmpd="sng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108" name="Zylinder 1107">
              <a:extLst>
                <a:ext uri="{FF2B5EF4-FFF2-40B4-BE49-F238E27FC236}">
                  <a16:creationId xmlns:a16="http://schemas.microsoft.com/office/drawing/2014/main" id="{481CF2CF-FB6B-036D-AF01-27661DB18052}"/>
                </a:ext>
              </a:extLst>
            </p:cNvPr>
            <p:cNvSpPr/>
            <p:nvPr/>
          </p:nvSpPr>
          <p:spPr bwMode="gray">
            <a:xfrm>
              <a:off x="1036756" y="3520205"/>
              <a:ext cx="106683" cy="103691"/>
            </a:xfrm>
            <a:prstGeom prst="can">
              <a:avLst/>
            </a:prstGeom>
            <a:solidFill>
              <a:schemeClr val="bg1">
                <a:lumMod val="85000"/>
              </a:schemeClr>
            </a:solidFill>
            <a:ln w="3175" cmpd="sng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109" name="Zylinder 1108">
              <a:extLst>
                <a:ext uri="{FF2B5EF4-FFF2-40B4-BE49-F238E27FC236}">
                  <a16:creationId xmlns:a16="http://schemas.microsoft.com/office/drawing/2014/main" id="{4720D546-F2C9-69FB-39D3-CE046A0FD66A}"/>
                </a:ext>
              </a:extLst>
            </p:cNvPr>
            <p:cNvSpPr/>
            <p:nvPr/>
          </p:nvSpPr>
          <p:spPr bwMode="gray">
            <a:xfrm>
              <a:off x="1070136" y="3553776"/>
              <a:ext cx="106683" cy="103691"/>
            </a:xfrm>
            <a:prstGeom prst="can">
              <a:avLst/>
            </a:prstGeom>
            <a:solidFill>
              <a:schemeClr val="bg1">
                <a:lumMod val="85000"/>
              </a:schemeClr>
            </a:solidFill>
            <a:ln w="3175" cmpd="sng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endParaRPr>
            </a:p>
          </p:txBody>
        </p:sp>
      </p:grpSp>
      <p:grpSp>
        <p:nvGrpSpPr>
          <p:cNvPr id="198" name="Gruppieren 197">
            <a:extLst>
              <a:ext uri="{FF2B5EF4-FFF2-40B4-BE49-F238E27FC236}">
                <a16:creationId xmlns:a16="http://schemas.microsoft.com/office/drawing/2014/main" id="{A5171AAB-089B-99E7-3C15-5132A8AF29A7}"/>
              </a:ext>
            </a:extLst>
          </p:cNvPr>
          <p:cNvGrpSpPr/>
          <p:nvPr/>
        </p:nvGrpSpPr>
        <p:grpSpPr>
          <a:xfrm>
            <a:off x="7492134" y="1501740"/>
            <a:ext cx="580190" cy="3696960"/>
            <a:chOff x="7492134" y="1501740"/>
            <a:chExt cx="580190" cy="3696960"/>
          </a:xfrm>
        </p:grpSpPr>
        <p:grpSp>
          <p:nvGrpSpPr>
            <p:cNvPr id="212" name="Gruppieren 211">
              <a:extLst>
                <a:ext uri="{FF2B5EF4-FFF2-40B4-BE49-F238E27FC236}">
                  <a16:creationId xmlns:a16="http://schemas.microsoft.com/office/drawing/2014/main" id="{1BCD8B4A-7ACD-4940-CEC0-FC4901F2B641}"/>
                </a:ext>
              </a:extLst>
            </p:cNvPr>
            <p:cNvGrpSpPr/>
            <p:nvPr/>
          </p:nvGrpSpPr>
          <p:grpSpPr>
            <a:xfrm>
              <a:off x="7492134" y="1501740"/>
              <a:ext cx="580190" cy="3696960"/>
              <a:chOff x="7492134" y="1501740"/>
              <a:chExt cx="580190" cy="3696960"/>
            </a:xfrm>
          </p:grpSpPr>
          <p:cxnSp>
            <p:nvCxnSpPr>
              <p:cNvPr id="196" name="Verbinder: gewinkelt 195">
                <a:extLst>
                  <a:ext uri="{FF2B5EF4-FFF2-40B4-BE49-F238E27FC236}">
                    <a16:creationId xmlns:a16="http://schemas.microsoft.com/office/drawing/2014/main" id="{D501DFEF-7050-79CB-B04E-4E71AB9350C9}"/>
                  </a:ext>
                </a:extLst>
              </p:cNvPr>
              <p:cNvCxnSpPr>
                <a:cxnSpLocks/>
                <a:endCxn id="295" idx="3"/>
              </p:cNvCxnSpPr>
              <p:nvPr/>
            </p:nvCxnSpPr>
            <p:spPr>
              <a:xfrm rot="5400000">
                <a:off x="6474397" y="3993376"/>
                <a:ext cx="2223061" cy="187588"/>
              </a:xfrm>
              <a:prstGeom prst="bentConnector2">
                <a:avLst/>
              </a:prstGeom>
              <a:ln w="9525">
                <a:solidFill>
                  <a:schemeClr val="tx1">
                    <a:lumMod val="50000"/>
                    <a:lumOff val="50000"/>
                  </a:schemeClr>
                </a:solidFill>
                <a:headEnd type="none" w="med" len="sm"/>
                <a:tailEnd type="triangle" w="med" len="sm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Verbinder: gewinkelt 199">
                <a:extLst>
                  <a:ext uri="{FF2B5EF4-FFF2-40B4-BE49-F238E27FC236}">
                    <a16:creationId xmlns:a16="http://schemas.microsoft.com/office/drawing/2014/main" id="{33483A3D-DEE6-D37D-B074-F46EC2B968CD}"/>
                  </a:ext>
                </a:extLst>
              </p:cNvPr>
              <p:cNvCxnSpPr>
                <a:cxnSpLocks/>
                <a:endCxn id="107" idx="1"/>
              </p:cNvCxnSpPr>
              <p:nvPr/>
            </p:nvCxnSpPr>
            <p:spPr>
              <a:xfrm rot="5400000" flipH="1" flipV="1">
                <a:off x="7290497" y="2197179"/>
                <a:ext cx="1477265" cy="86388"/>
              </a:xfrm>
              <a:prstGeom prst="bentConnector2">
                <a:avLst/>
              </a:prstGeom>
              <a:ln w="9525">
                <a:solidFill>
                  <a:schemeClr val="tx1">
                    <a:lumMod val="50000"/>
                    <a:lumOff val="50000"/>
                  </a:schemeClr>
                </a:solidFill>
                <a:headEnd type="none" w="med" len="sm"/>
                <a:tailEnd type="triangle" w="med" len="sm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15" name="Gerader Verbinder 1114">
              <a:extLst>
                <a:ext uri="{FF2B5EF4-FFF2-40B4-BE49-F238E27FC236}">
                  <a16:creationId xmlns:a16="http://schemas.microsoft.com/office/drawing/2014/main" id="{99DD092B-E698-C360-13D3-40CD25E3B7D3}"/>
                </a:ext>
              </a:extLst>
            </p:cNvPr>
            <p:cNvCxnSpPr>
              <a:cxnSpLocks/>
            </p:cNvCxnSpPr>
            <p:nvPr/>
          </p:nvCxnSpPr>
          <p:spPr>
            <a:xfrm>
              <a:off x="7674677" y="2976995"/>
              <a:ext cx="311258" cy="0"/>
            </a:xfrm>
            <a:prstGeom prst="line">
              <a:avLst/>
            </a:prstGeom>
            <a:ln w="9525">
              <a:solidFill>
                <a:schemeClr val="tx1">
                  <a:lumMod val="50000"/>
                  <a:lumOff val="50000"/>
                </a:schemeClr>
              </a:solidFill>
              <a:headEnd type="none" w="med" len="sm"/>
              <a:tailEnd type="none" w="med" len="sm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2" name="Gruppieren 201">
            <a:extLst>
              <a:ext uri="{FF2B5EF4-FFF2-40B4-BE49-F238E27FC236}">
                <a16:creationId xmlns:a16="http://schemas.microsoft.com/office/drawing/2014/main" id="{31A4EA2C-361F-AFD0-0FDF-ED88F69F2EAC}"/>
              </a:ext>
            </a:extLst>
          </p:cNvPr>
          <p:cNvGrpSpPr/>
          <p:nvPr/>
        </p:nvGrpSpPr>
        <p:grpSpPr>
          <a:xfrm>
            <a:off x="1775870" y="558992"/>
            <a:ext cx="593624" cy="443326"/>
            <a:chOff x="10950676" y="4661935"/>
            <a:chExt cx="593624" cy="443326"/>
          </a:xfrm>
        </p:grpSpPr>
        <p:sp>
          <p:nvSpPr>
            <p:cNvPr id="203" name="Rechteck 202">
              <a:extLst>
                <a:ext uri="{FF2B5EF4-FFF2-40B4-BE49-F238E27FC236}">
                  <a16:creationId xmlns:a16="http://schemas.microsoft.com/office/drawing/2014/main" id="{5C8836AF-37C9-DB95-D7E9-009682B5D0C7}"/>
                </a:ext>
              </a:extLst>
            </p:cNvPr>
            <p:cNvSpPr/>
            <p:nvPr/>
          </p:nvSpPr>
          <p:spPr bwMode="gray">
            <a:xfrm>
              <a:off x="10950679" y="4664398"/>
              <a:ext cx="593621" cy="440863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 cmpd="sng" algn="ctr">
              <a:solidFill>
                <a:schemeClr val="bg2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204" name="Rechteck 203">
              <a:extLst>
                <a:ext uri="{FF2B5EF4-FFF2-40B4-BE49-F238E27FC236}">
                  <a16:creationId xmlns:a16="http://schemas.microsoft.com/office/drawing/2014/main" id="{FEA5F973-4FDA-4F8C-AB72-B4361D7F7821}"/>
                </a:ext>
              </a:extLst>
            </p:cNvPr>
            <p:cNvSpPr/>
            <p:nvPr/>
          </p:nvSpPr>
          <p:spPr bwMode="gray">
            <a:xfrm>
              <a:off x="10950678" y="4661935"/>
              <a:ext cx="593622" cy="154734"/>
            </a:xfrm>
            <a:prstGeom prst="rect">
              <a:avLst/>
            </a:prstGeom>
            <a:solidFill>
              <a:schemeClr val="bg2"/>
            </a:solidFill>
            <a:ln w="9525" cmpd="sng" algn="ctr">
              <a:solidFill>
                <a:schemeClr val="bg2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charset="0"/>
                  <a:ea typeface="Calibri" charset="0"/>
                  <a:cs typeface="Calibri" charset="0"/>
                </a:rPr>
                <a:t>Non-SAP</a:t>
              </a:r>
            </a:p>
          </p:txBody>
        </p:sp>
        <p:sp>
          <p:nvSpPr>
            <p:cNvPr id="205" name="Textfeld 204">
              <a:extLst>
                <a:ext uri="{FF2B5EF4-FFF2-40B4-BE49-F238E27FC236}">
                  <a16:creationId xmlns:a16="http://schemas.microsoft.com/office/drawing/2014/main" id="{DFBD1222-4262-9B17-8323-D7BC6198F715}"/>
                </a:ext>
              </a:extLst>
            </p:cNvPr>
            <p:cNvSpPr txBox="1"/>
            <p:nvPr/>
          </p:nvSpPr>
          <p:spPr>
            <a:xfrm>
              <a:off x="10950676" y="4866502"/>
              <a:ext cx="593621" cy="19389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67527" rtl="0" eaLnBrk="1" fontAlgn="base" latinLnBrk="0" hangingPunct="1">
                <a:lnSpc>
                  <a:spcPct val="90000"/>
                </a:lnSpc>
                <a:spcBef>
                  <a:spcPts val="423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Anwendung</a:t>
              </a:r>
              <a:b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</a:b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System</a:t>
              </a:r>
            </a:p>
          </p:txBody>
        </p:sp>
      </p:grpSp>
      <p:grpSp>
        <p:nvGrpSpPr>
          <p:cNvPr id="207" name="Gruppieren 206">
            <a:extLst>
              <a:ext uri="{FF2B5EF4-FFF2-40B4-BE49-F238E27FC236}">
                <a16:creationId xmlns:a16="http://schemas.microsoft.com/office/drawing/2014/main" id="{3EF33331-B8BA-4EAA-9C8F-47BCC6EA27F0}"/>
              </a:ext>
            </a:extLst>
          </p:cNvPr>
          <p:cNvGrpSpPr/>
          <p:nvPr/>
        </p:nvGrpSpPr>
        <p:grpSpPr>
          <a:xfrm>
            <a:off x="375115" y="558338"/>
            <a:ext cx="593624" cy="446145"/>
            <a:chOff x="11061100" y="4877120"/>
            <a:chExt cx="593624" cy="446145"/>
          </a:xfrm>
        </p:grpSpPr>
        <p:sp>
          <p:nvSpPr>
            <p:cNvPr id="210" name="Rechteck 209">
              <a:extLst>
                <a:ext uri="{FF2B5EF4-FFF2-40B4-BE49-F238E27FC236}">
                  <a16:creationId xmlns:a16="http://schemas.microsoft.com/office/drawing/2014/main" id="{17A81AD2-546F-66FB-25CB-F917544CD97E}"/>
                </a:ext>
              </a:extLst>
            </p:cNvPr>
            <p:cNvSpPr/>
            <p:nvPr/>
          </p:nvSpPr>
          <p:spPr bwMode="gray">
            <a:xfrm>
              <a:off x="11061100" y="4913135"/>
              <a:ext cx="593621" cy="410130"/>
            </a:xfrm>
            <a:prstGeom prst="rect">
              <a:avLst/>
            </a:prstGeom>
            <a:solidFill>
              <a:srgbClr val="CCEC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211" name="Rechteck 210">
              <a:extLst>
                <a:ext uri="{FF2B5EF4-FFF2-40B4-BE49-F238E27FC236}">
                  <a16:creationId xmlns:a16="http://schemas.microsoft.com/office/drawing/2014/main" id="{418B979F-DF46-3187-0A81-31C9EFC51FFD}"/>
                </a:ext>
              </a:extLst>
            </p:cNvPr>
            <p:cNvSpPr/>
            <p:nvPr/>
          </p:nvSpPr>
          <p:spPr bwMode="gray">
            <a:xfrm>
              <a:off x="11061102" y="4877120"/>
              <a:ext cx="593622" cy="154734"/>
            </a:xfrm>
            <a:prstGeom prst="rect">
              <a:avLst/>
            </a:prstGeom>
            <a:solidFill>
              <a:srgbClr val="3399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+mn-ea"/>
                  <a:cs typeface="Calibri" charset="0"/>
                </a:rPr>
                <a:t>SAP</a:t>
              </a:r>
            </a:p>
          </p:txBody>
        </p:sp>
        <p:sp>
          <p:nvSpPr>
            <p:cNvPr id="213" name="Textfeld 212">
              <a:extLst>
                <a:ext uri="{FF2B5EF4-FFF2-40B4-BE49-F238E27FC236}">
                  <a16:creationId xmlns:a16="http://schemas.microsoft.com/office/drawing/2014/main" id="{E2C22AB5-827B-A7E7-C4E8-6AE265F93A1B}"/>
                </a:ext>
              </a:extLst>
            </p:cNvPr>
            <p:cNvSpPr txBox="1"/>
            <p:nvPr/>
          </p:nvSpPr>
          <p:spPr>
            <a:xfrm>
              <a:off x="11061100" y="5062637"/>
              <a:ext cx="593621" cy="19389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67527" rtl="0" eaLnBrk="1" fontAlgn="base" latinLnBrk="0" hangingPunct="1">
                <a:lnSpc>
                  <a:spcPct val="90000"/>
                </a:lnSpc>
                <a:spcBef>
                  <a:spcPts val="423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Anwendung</a:t>
              </a:r>
              <a:b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</a:b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System</a:t>
              </a:r>
            </a:p>
          </p:txBody>
        </p:sp>
      </p:grpSp>
      <p:grpSp>
        <p:nvGrpSpPr>
          <p:cNvPr id="215" name="Gruppieren 214">
            <a:extLst>
              <a:ext uri="{FF2B5EF4-FFF2-40B4-BE49-F238E27FC236}">
                <a16:creationId xmlns:a16="http://schemas.microsoft.com/office/drawing/2014/main" id="{ABF31C7F-88A8-079D-02E5-3DFF4A12334C}"/>
              </a:ext>
            </a:extLst>
          </p:cNvPr>
          <p:cNvGrpSpPr/>
          <p:nvPr/>
        </p:nvGrpSpPr>
        <p:grpSpPr>
          <a:xfrm>
            <a:off x="1070136" y="808919"/>
            <a:ext cx="588193" cy="191715"/>
            <a:chOff x="6612995" y="3695578"/>
            <a:chExt cx="588193" cy="191715"/>
          </a:xfrm>
        </p:grpSpPr>
        <p:sp>
          <p:nvSpPr>
            <p:cNvPr id="216" name="Rechteck 215">
              <a:extLst>
                <a:ext uri="{FF2B5EF4-FFF2-40B4-BE49-F238E27FC236}">
                  <a16:creationId xmlns:a16="http://schemas.microsoft.com/office/drawing/2014/main" id="{90DF97B0-8B67-26DE-AB97-A8D3C8204C71}"/>
                </a:ext>
              </a:extLst>
            </p:cNvPr>
            <p:cNvSpPr/>
            <p:nvPr/>
          </p:nvSpPr>
          <p:spPr bwMode="gray">
            <a:xfrm>
              <a:off x="6613024" y="3696827"/>
              <a:ext cx="588164" cy="190466"/>
            </a:xfrm>
            <a:prstGeom prst="rect">
              <a:avLst/>
            </a:prstGeom>
            <a:solidFill>
              <a:schemeClr val="bg1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219" name="Rechteck 218">
              <a:extLst>
                <a:ext uri="{FF2B5EF4-FFF2-40B4-BE49-F238E27FC236}">
                  <a16:creationId xmlns:a16="http://schemas.microsoft.com/office/drawing/2014/main" id="{8417C7CA-2B74-CDBD-3E6C-03150DF86E20}"/>
                </a:ext>
              </a:extLst>
            </p:cNvPr>
            <p:cNvSpPr/>
            <p:nvPr/>
          </p:nvSpPr>
          <p:spPr bwMode="gray">
            <a:xfrm>
              <a:off x="6612995" y="3695578"/>
              <a:ext cx="88149" cy="190466"/>
            </a:xfrm>
            <a:prstGeom prst="rect">
              <a:avLst/>
            </a:prstGeom>
            <a:solidFill>
              <a:srgbClr val="3399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741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221" name="Textfeld 220">
              <a:extLst>
                <a:ext uri="{FF2B5EF4-FFF2-40B4-BE49-F238E27FC236}">
                  <a16:creationId xmlns:a16="http://schemas.microsoft.com/office/drawing/2014/main" id="{0C592EEF-1A62-BB6E-23F3-2224E05A2883}"/>
                </a:ext>
              </a:extLst>
            </p:cNvPr>
            <p:cNvSpPr txBox="1"/>
            <p:nvPr/>
          </p:nvSpPr>
          <p:spPr>
            <a:xfrm>
              <a:off x="6748942" y="3760483"/>
              <a:ext cx="411864" cy="8027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67527" rtl="0" eaLnBrk="1" fontAlgn="base" latinLnBrk="0" hangingPunct="1">
                <a:lnSpc>
                  <a:spcPct val="7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4D5156"/>
                  </a:solidFill>
                  <a:effectLst/>
                  <a:uLnTx/>
                  <a:uFillTx/>
                  <a:latin typeface="Calibri"/>
                  <a:ea typeface="+mn-ea"/>
                  <a:cs typeface="Arial" charset="0"/>
                </a:rPr>
                <a:t>SAP Modul</a:t>
              </a:r>
              <a:endPara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endParaRPr>
            </a:p>
          </p:txBody>
        </p:sp>
      </p:grpSp>
      <p:grpSp>
        <p:nvGrpSpPr>
          <p:cNvPr id="222" name="Gruppieren 221">
            <a:extLst>
              <a:ext uri="{FF2B5EF4-FFF2-40B4-BE49-F238E27FC236}">
                <a16:creationId xmlns:a16="http://schemas.microsoft.com/office/drawing/2014/main" id="{B18FFC69-62F5-E52F-0239-9971C6CE5319}"/>
              </a:ext>
            </a:extLst>
          </p:cNvPr>
          <p:cNvGrpSpPr/>
          <p:nvPr/>
        </p:nvGrpSpPr>
        <p:grpSpPr>
          <a:xfrm>
            <a:off x="1070136" y="553125"/>
            <a:ext cx="588193" cy="194045"/>
            <a:chOff x="6612995" y="3693248"/>
            <a:chExt cx="588193" cy="194045"/>
          </a:xfrm>
        </p:grpSpPr>
        <p:sp>
          <p:nvSpPr>
            <p:cNvPr id="223" name="Rechteck 222">
              <a:extLst>
                <a:ext uri="{FF2B5EF4-FFF2-40B4-BE49-F238E27FC236}">
                  <a16:creationId xmlns:a16="http://schemas.microsoft.com/office/drawing/2014/main" id="{083AFBC2-8995-94A0-E5CF-224E27193CEA}"/>
                </a:ext>
              </a:extLst>
            </p:cNvPr>
            <p:cNvSpPr/>
            <p:nvPr/>
          </p:nvSpPr>
          <p:spPr bwMode="gray">
            <a:xfrm>
              <a:off x="6613024" y="3693248"/>
              <a:ext cx="588164" cy="19404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355" name="Rechteck 354">
              <a:extLst>
                <a:ext uri="{FF2B5EF4-FFF2-40B4-BE49-F238E27FC236}">
                  <a16:creationId xmlns:a16="http://schemas.microsoft.com/office/drawing/2014/main" id="{9EF0739F-B3D0-D28D-AE09-822502EA87E5}"/>
                </a:ext>
              </a:extLst>
            </p:cNvPr>
            <p:cNvSpPr/>
            <p:nvPr/>
          </p:nvSpPr>
          <p:spPr bwMode="gray">
            <a:xfrm>
              <a:off x="6612995" y="3693248"/>
              <a:ext cx="88149" cy="192796"/>
            </a:xfrm>
            <a:prstGeom prst="rect">
              <a:avLst/>
            </a:prstGeom>
            <a:solidFill>
              <a:srgbClr val="3399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741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356" name="Textfeld 355">
              <a:extLst>
                <a:ext uri="{FF2B5EF4-FFF2-40B4-BE49-F238E27FC236}">
                  <a16:creationId xmlns:a16="http://schemas.microsoft.com/office/drawing/2014/main" id="{54075ECB-F5F6-49E3-7F16-7F72A006BACF}"/>
                </a:ext>
              </a:extLst>
            </p:cNvPr>
            <p:cNvSpPr txBox="1"/>
            <p:nvPr/>
          </p:nvSpPr>
          <p:spPr>
            <a:xfrm>
              <a:off x="6748942" y="3760483"/>
              <a:ext cx="411864" cy="8027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67527" rtl="0" eaLnBrk="1" fontAlgn="base" latinLnBrk="0" hangingPunct="1">
                <a:lnSpc>
                  <a:spcPct val="7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4D5156"/>
                  </a:solidFill>
                  <a:effectLst/>
                  <a:uLnTx/>
                  <a:uFillTx/>
                  <a:latin typeface="Calibri"/>
                  <a:ea typeface="+mn-ea"/>
                  <a:cs typeface="Arial" charset="0"/>
                </a:rPr>
                <a:t>SAP </a:t>
              </a:r>
              <a:r>
                <a:rPr kumimoji="0" lang="de-DE" sz="7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4D5156"/>
                  </a:solidFill>
                  <a:effectLst/>
                  <a:uLnTx/>
                  <a:uFillTx/>
                  <a:latin typeface="Calibri"/>
                  <a:ea typeface="+mn-ea"/>
                  <a:cs typeface="Arial" charset="0"/>
                </a:rPr>
                <a:t>Addon</a:t>
              </a:r>
              <a:endPara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endParaRPr>
            </a:p>
          </p:txBody>
        </p:sp>
      </p:grpSp>
      <p:grpSp>
        <p:nvGrpSpPr>
          <p:cNvPr id="361" name="Gruppieren 360">
            <a:extLst>
              <a:ext uri="{FF2B5EF4-FFF2-40B4-BE49-F238E27FC236}">
                <a16:creationId xmlns:a16="http://schemas.microsoft.com/office/drawing/2014/main" id="{732AEF71-46C9-4912-8675-FC6C19D1EA9D}"/>
              </a:ext>
            </a:extLst>
          </p:cNvPr>
          <p:cNvGrpSpPr/>
          <p:nvPr/>
        </p:nvGrpSpPr>
        <p:grpSpPr>
          <a:xfrm>
            <a:off x="2477689" y="555455"/>
            <a:ext cx="588193" cy="191715"/>
            <a:chOff x="6612995" y="3695578"/>
            <a:chExt cx="588193" cy="191715"/>
          </a:xfrm>
        </p:grpSpPr>
        <p:sp>
          <p:nvSpPr>
            <p:cNvPr id="362" name="Rechteck 361">
              <a:extLst>
                <a:ext uri="{FF2B5EF4-FFF2-40B4-BE49-F238E27FC236}">
                  <a16:creationId xmlns:a16="http://schemas.microsoft.com/office/drawing/2014/main" id="{8B890EE6-3CD1-3D21-F852-D5660E10D381}"/>
                </a:ext>
              </a:extLst>
            </p:cNvPr>
            <p:cNvSpPr/>
            <p:nvPr/>
          </p:nvSpPr>
          <p:spPr bwMode="gray">
            <a:xfrm>
              <a:off x="6613023" y="3696827"/>
              <a:ext cx="588165" cy="1904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mpd="sng" algn="ctr">
              <a:solidFill>
                <a:schemeClr val="bg2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363" name="Rechteck 362">
              <a:extLst>
                <a:ext uri="{FF2B5EF4-FFF2-40B4-BE49-F238E27FC236}">
                  <a16:creationId xmlns:a16="http://schemas.microsoft.com/office/drawing/2014/main" id="{B376BCBF-223A-64D7-CC9F-009E7E1D0387}"/>
                </a:ext>
              </a:extLst>
            </p:cNvPr>
            <p:cNvSpPr/>
            <p:nvPr/>
          </p:nvSpPr>
          <p:spPr bwMode="gray">
            <a:xfrm>
              <a:off x="6612995" y="3695578"/>
              <a:ext cx="88149" cy="190466"/>
            </a:xfrm>
            <a:prstGeom prst="rect">
              <a:avLst/>
            </a:prstGeom>
            <a:solidFill>
              <a:srgbClr val="FFC000"/>
            </a:solidFill>
            <a:ln w="9525" cmpd="sng" algn="ctr">
              <a:solidFill>
                <a:schemeClr val="bg2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741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364" name="Textfeld 363">
              <a:extLst>
                <a:ext uri="{FF2B5EF4-FFF2-40B4-BE49-F238E27FC236}">
                  <a16:creationId xmlns:a16="http://schemas.microsoft.com/office/drawing/2014/main" id="{637755C0-3DA4-6909-E608-1A78FBA06A5B}"/>
                </a:ext>
              </a:extLst>
            </p:cNvPr>
            <p:cNvSpPr txBox="1"/>
            <p:nvPr/>
          </p:nvSpPr>
          <p:spPr>
            <a:xfrm>
              <a:off x="6748942" y="3722951"/>
              <a:ext cx="411864" cy="155684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67527" rtl="0" eaLnBrk="1" fontAlgn="base" latinLnBrk="0" hangingPunct="1">
                <a:lnSpc>
                  <a:spcPct val="7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4D5156"/>
                  </a:solidFill>
                  <a:effectLst/>
                  <a:uLnTx/>
                  <a:uFillTx/>
                  <a:latin typeface="Calibri"/>
                  <a:ea typeface="+mn-ea"/>
                  <a:cs typeface="Arial" charset="0"/>
                </a:rPr>
                <a:t>non-SAP </a:t>
              </a:r>
              <a:r>
                <a:rPr kumimoji="0" lang="de-DE" sz="7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4D5156"/>
                  </a:solidFill>
                  <a:effectLst/>
                  <a:uLnTx/>
                  <a:uFillTx/>
                  <a:latin typeface="Calibri"/>
                  <a:ea typeface="+mn-ea"/>
                  <a:cs typeface="Arial" charset="0"/>
                </a:rPr>
                <a:t>Addon</a:t>
              </a:r>
              <a:endPara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endParaRPr>
            </a:p>
          </p:txBody>
        </p:sp>
      </p:grpSp>
      <p:grpSp>
        <p:nvGrpSpPr>
          <p:cNvPr id="367" name="Gruppieren 366">
            <a:extLst>
              <a:ext uri="{FF2B5EF4-FFF2-40B4-BE49-F238E27FC236}">
                <a16:creationId xmlns:a16="http://schemas.microsoft.com/office/drawing/2014/main" id="{A501430A-48E7-6E14-649D-05F4AEB4FBC5}"/>
              </a:ext>
            </a:extLst>
          </p:cNvPr>
          <p:cNvGrpSpPr/>
          <p:nvPr/>
        </p:nvGrpSpPr>
        <p:grpSpPr>
          <a:xfrm>
            <a:off x="2481756" y="794983"/>
            <a:ext cx="581851" cy="197235"/>
            <a:chOff x="6612995" y="3690058"/>
            <a:chExt cx="581851" cy="197235"/>
          </a:xfrm>
        </p:grpSpPr>
        <p:sp>
          <p:nvSpPr>
            <p:cNvPr id="369" name="Rechteck 368">
              <a:extLst>
                <a:ext uri="{FF2B5EF4-FFF2-40B4-BE49-F238E27FC236}">
                  <a16:creationId xmlns:a16="http://schemas.microsoft.com/office/drawing/2014/main" id="{BA9D0C55-D5C7-6E78-D8A1-151BBF58DCFC}"/>
                </a:ext>
              </a:extLst>
            </p:cNvPr>
            <p:cNvSpPr/>
            <p:nvPr/>
          </p:nvSpPr>
          <p:spPr bwMode="gray">
            <a:xfrm>
              <a:off x="6613023" y="3690058"/>
              <a:ext cx="581823" cy="197235"/>
            </a:xfrm>
            <a:prstGeom prst="rect">
              <a:avLst/>
            </a:prstGeom>
            <a:solidFill>
              <a:schemeClr val="bg1"/>
            </a:solidFill>
            <a:ln w="9525" cmpd="sng" algn="ctr">
              <a:solidFill>
                <a:schemeClr val="bg2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376" name="Rechteck 375">
              <a:extLst>
                <a:ext uri="{FF2B5EF4-FFF2-40B4-BE49-F238E27FC236}">
                  <a16:creationId xmlns:a16="http://schemas.microsoft.com/office/drawing/2014/main" id="{DD3F1ADF-34A1-5561-B26C-12F19E108232}"/>
                </a:ext>
              </a:extLst>
            </p:cNvPr>
            <p:cNvSpPr/>
            <p:nvPr/>
          </p:nvSpPr>
          <p:spPr bwMode="gray">
            <a:xfrm>
              <a:off x="6612995" y="3692166"/>
              <a:ext cx="88149" cy="190466"/>
            </a:xfrm>
            <a:prstGeom prst="rect">
              <a:avLst/>
            </a:prstGeom>
            <a:solidFill>
              <a:srgbClr val="FFC000"/>
            </a:solidFill>
            <a:ln w="9525" cmpd="sng" algn="ctr">
              <a:solidFill>
                <a:schemeClr val="bg2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741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377" name="Textfeld 376">
              <a:extLst>
                <a:ext uri="{FF2B5EF4-FFF2-40B4-BE49-F238E27FC236}">
                  <a16:creationId xmlns:a16="http://schemas.microsoft.com/office/drawing/2014/main" id="{1691BA98-FDF4-D212-C3D5-8C6A8BF5EF36}"/>
                </a:ext>
              </a:extLst>
            </p:cNvPr>
            <p:cNvSpPr txBox="1"/>
            <p:nvPr/>
          </p:nvSpPr>
          <p:spPr>
            <a:xfrm>
              <a:off x="6751981" y="3729599"/>
              <a:ext cx="411864" cy="155684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67527" rtl="0" eaLnBrk="1" fontAlgn="base" latinLnBrk="0" hangingPunct="1">
                <a:lnSpc>
                  <a:spcPct val="7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4D5156"/>
                  </a:solidFill>
                  <a:effectLst/>
                  <a:uLnTx/>
                  <a:uFillTx/>
                  <a:latin typeface="Calibri"/>
                  <a:ea typeface="+mn-ea"/>
                  <a:cs typeface="Arial" charset="0"/>
                </a:rPr>
                <a:t>non-SAP Modul</a:t>
              </a:r>
              <a:endPara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endParaRPr>
            </a:p>
          </p:txBody>
        </p:sp>
      </p:grpSp>
      <p:grpSp>
        <p:nvGrpSpPr>
          <p:cNvPr id="399" name="Gruppieren 398">
            <a:extLst>
              <a:ext uri="{FF2B5EF4-FFF2-40B4-BE49-F238E27FC236}">
                <a16:creationId xmlns:a16="http://schemas.microsoft.com/office/drawing/2014/main" id="{0E1E4403-BDD6-D5F0-75A3-EF8054AC6BC8}"/>
              </a:ext>
            </a:extLst>
          </p:cNvPr>
          <p:cNvGrpSpPr/>
          <p:nvPr/>
        </p:nvGrpSpPr>
        <p:grpSpPr>
          <a:xfrm>
            <a:off x="3154382" y="561755"/>
            <a:ext cx="581823" cy="434532"/>
            <a:chOff x="5248062" y="828432"/>
            <a:chExt cx="581823" cy="434532"/>
          </a:xfrm>
        </p:grpSpPr>
        <p:sp>
          <p:nvSpPr>
            <p:cNvPr id="387" name="Rechteck 386">
              <a:extLst>
                <a:ext uri="{FF2B5EF4-FFF2-40B4-BE49-F238E27FC236}">
                  <a16:creationId xmlns:a16="http://schemas.microsoft.com/office/drawing/2014/main" id="{29014CD8-405A-34F9-F7A3-90B13F287A06}"/>
                </a:ext>
              </a:extLst>
            </p:cNvPr>
            <p:cNvSpPr/>
            <p:nvPr/>
          </p:nvSpPr>
          <p:spPr bwMode="gray">
            <a:xfrm>
              <a:off x="5248062" y="829630"/>
              <a:ext cx="581823" cy="433334"/>
            </a:xfrm>
            <a:prstGeom prst="rect">
              <a:avLst/>
            </a:prstGeom>
            <a:solidFill>
              <a:schemeClr val="bg1"/>
            </a:solidFill>
            <a:ln w="9525" cmpd="sng" algn="ctr">
              <a:solidFill>
                <a:schemeClr val="bg2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388" name="Textfeld 387">
              <a:extLst>
                <a:ext uri="{FF2B5EF4-FFF2-40B4-BE49-F238E27FC236}">
                  <a16:creationId xmlns:a16="http://schemas.microsoft.com/office/drawing/2014/main" id="{D6552339-AC22-1A53-E49B-482EB8F66047}"/>
                </a:ext>
              </a:extLst>
            </p:cNvPr>
            <p:cNvSpPr txBox="1"/>
            <p:nvPr/>
          </p:nvSpPr>
          <p:spPr>
            <a:xfrm>
              <a:off x="5271530" y="945319"/>
              <a:ext cx="549592" cy="23108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67527" rtl="0" eaLnBrk="1" fontAlgn="base" latinLnBrk="0" hangingPunct="1">
                <a:lnSpc>
                  <a:spcPct val="7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4D5156"/>
                  </a:solidFill>
                  <a:effectLst/>
                  <a:uLnTx/>
                  <a:uFillTx/>
                  <a:latin typeface="Calibri"/>
                  <a:ea typeface="+mn-ea"/>
                  <a:cs typeface="Arial" charset="0"/>
                </a:rPr>
                <a:t>Anwendung</a:t>
              </a:r>
            </a:p>
            <a:p>
              <a:pPr marL="0" marR="0" lvl="0" indent="0" algn="ctr" defTabSz="967527" rtl="0" eaLnBrk="1" fontAlgn="base" latinLnBrk="0" hangingPunct="1">
                <a:lnSpc>
                  <a:spcPct val="7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4D5156"/>
                  </a:solidFill>
                  <a:effectLst/>
                  <a:uLnTx/>
                  <a:uFillTx/>
                  <a:latin typeface="Calibri"/>
                  <a:ea typeface="+mn-ea"/>
                  <a:cs typeface="Arial" charset="0"/>
                </a:rPr>
                <a:t>anderer Plattformen</a:t>
              </a:r>
              <a:endPara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endParaRPr>
            </a:p>
          </p:txBody>
        </p:sp>
        <p:sp>
          <p:nvSpPr>
            <p:cNvPr id="393" name="Freihandform: Form 392">
              <a:extLst>
                <a:ext uri="{FF2B5EF4-FFF2-40B4-BE49-F238E27FC236}">
                  <a16:creationId xmlns:a16="http://schemas.microsoft.com/office/drawing/2014/main" id="{95896B3D-17F7-F5AD-2BE7-A7A777528609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5734516" y="828432"/>
              <a:ext cx="91626" cy="91625"/>
            </a:xfrm>
            <a:custGeom>
              <a:avLst/>
              <a:gdLst>
                <a:gd name="connsiteX0" fmla="*/ 0 w 145257"/>
                <a:gd name="connsiteY0" fmla="*/ 2381 h 145256"/>
                <a:gd name="connsiteX1" fmla="*/ 145257 w 145257"/>
                <a:gd name="connsiteY1" fmla="*/ 0 h 145256"/>
                <a:gd name="connsiteX2" fmla="*/ 145257 w 145257"/>
                <a:gd name="connsiteY2" fmla="*/ 145256 h 145256"/>
                <a:gd name="connsiteX3" fmla="*/ 0 w 145257"/>
                <a:gd name="connsiteY3" fmla="*/ 2381 h 145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257" h="145256">
                  <a:moveTo>
                    <a:pt x="0" y="2381"/>
                  </a:moveTo>
                  <a:lnTo>
                    <a:pt x="145257" y="0"/>
                  </a:lnTo>
                  <a:lnTo>
                    <a:pt x="145257" y="145256"/>
                  </a:lnTo>
                  <a:lnTo>
                    <a:pt x="0" y="2381"/>
                  </a:lnTo>
                  <a:close/>
                </a:path>
              </a:pathLst>
            </a:custGeom>
            <a:solidFill>
              <a:srgbClr val="FF0000"/>
            </a:solidFill>
            <a:ln w="9525" cmpd="sng" algn="ctr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6752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81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endParaRPr>
            </a:p>
          </p:txBody>
        </p:sp>
      </p:grpSp>
      <p:sp>
        <p:nvSpPr>
          <p:cNvPr id="394" name="Rechteck 393">
            <a:extLst>
              <a:ext uri="{FF2B5EF4-FFF2-40B4-BE49-F238E27FC236}">
                <a16:creationId xmlns:a16="http://schemas.microsoft.com/office/drawing/2014/main" id="{6F22A4E2-7248-DEA1-7152-18C885B1283E}"/>
              </a:ext>
            </a:extLst>
          </p:cNvPr>
          <p:cNvSpPr/>
          <p:nvPr/>
        </p:nvSpPr>
        <p:spPr bwMode="gray">
          <a:xfrm>
            <a:off x="276826" y="380696"/>
            <a:ext cx="3554784" cy="685721"/>
          </a:xfrm>
          <a:prstGeom prst="rect">
            <a:avLst/>
          </a:prstGeom>
          <a:noFill/>
          <a:ln w="9525" cmpd="sng" algn="ctr">
            <a:solidFill>
              <a:srgbClr val="3366FF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+mn-ea"/>
              <a:cs typeface="Calibri" charset="0"/>
            </a:endParaRPr>
          </a:p>
        </p:txBody>
      </p:sp>
      <p:sp>
        <p:nvSpPr>
          <p:cNvPr id="395" name="Textfeld 394">
            <a:extLst>
              <a:ext uri="{FF2B5EF4-FFF2-40B4-BE49-F238E27FC236}">
                <a16:creationId xmlns:a16="http://schemas.microsoft.com/office/drawing/2014/main" id="{19E2F7AF-AA47-2F2F-E836-AB38A0A7EBB7}"/>
              </a:ext>
            </a:extLst>
          </p:cNvPr>
          <p:cNvSpPr txBox="1"/>
          <p:nvPr/>
        </p:nvSpPr>
        <p:spPr>
          <a:xfrm>
            <a:off x="270476" y="405767"/>
            <a:ext cx="3550897" cy="969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67527" rtl="0" eaLnBrk="1" fontAlgn="base" latinLnBrk="0" hangingPunct="1">
              <a:lnSpc>
                <a:spcPct val="90000"/>
              </a:lnSpc>
              <a:spcBef>
                <a:spcPts val="423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de-DE" sz="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rPr>
              <a:t>Legende</a:t>
            </a:r>
          </a:p>
        </p:txBody>
      </p:sp>
      <p:sp>
        <p:nvSpPr>
          <p:cNvPr id="400" name="Titel 3">
            <a:extLst>
              <a:ext uri="{FF2B5EF4-FFF2-40B4-BE49-F238E27FC236}">
                <a16:creationId xmlns:a16="http://schemas.microsoft.com/office/drawing/2014/main" id="{48D79DE8-8EB6-D7A9-4498-2D8B5EFE1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6906" y="389734"/>
            <a:ext cx="2628627" cy="690610"/>
          </a:xfrm>
        </p:spPr>
        <p:txBody>
          <a:bodyPr/>
          <a:lstStyle/>
          <a:p>
            <a:pPr algn="ctr"/>
            <a:r>
              <a:rPr lang="de-DE" sz="1600" dirty="0"/>
              <a:t>Enterprise Services</a:t>
            </a:r>
            <a:br>
              <a:rPr lang="de-DE" sz="1600" dirty="0"/>
            </a:br>
            <a:r>
              <a:rPr lang="de-DE" sz="1600" dirty="0"/>
              <a:t>Überblick To-Be-Architektur</a:t>
            </a:r>
            <a:br>
              <a:rPr lang="de-DE" sz="1600" dirty="0"/>
            </a:br>
            <a:r>
              <a:rPr lang="de-DE" sz="1600" dirty="0"/>
              <a:t>SAP (Stand 06.2025)</a:t>
            </a:r>
            <a:endParaRPr lang="de-DE" sz="2400" dirty="0"/>
          </a:p>
        </p:txBody>
      </p:sp>
      <p:sp>
        <p:nvSpPr>
          <p:cNvPr id="420" name="Textfeld 419">
            <a:extLst>
              <a:ext uri="{FF2B5EF4-FFF2-40B4-BE49-F238E27FC236}">
                <a16:creationId xmlns:a16="http://schemas.microsoft.com/office/drawing/2014/main" id="{A016F019-DF53-5D7B-4110-4BA228243614}"/>
              </a:ext>
            </a:extLst>
          </p:cNvPr>
          <p:cNvSpPr txBox="1"/>
          <p:nvPr/>
        </p:nvSpPr>
        <p:spPr>
          <a:xfrm>
            <a:off x="4938322" y="3825166"/>
            <a:ext cx="662508" cy="831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67527" rtl="0" eaLnBrk="1" fontAlgn="base" latinLnBrk="0" hangingPunct="1">
              <a:lnSpc>
                <a:spcPct val="90000"/>
              </a:lnSpc>
              <a:spcBef>
                <a:spcPts val="423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rPr>
              <a:t>PBS-Archiv</a:t>
            </a:r>
          </a:p>
        </p:txBody>
      </p:sp>
      <p:grpSp>
        <p:nvGrpSpPr>
          <p:cNvPr id="421" name="Gruppieren 420">
            <a:extLst>
              <a:ext uri="{FF2B5EF4-FFF2-40B4-BE49-F238E27FC236}">
                <a16:creationId xmlns:a16="http://schemas.microsoft.com/office/drawing/2014/main" id="{68BCDC78-BDCA-3145-8C19-DA15F23E2DA7}"/>
              </a:ext>
            </a:extLst>
          </p:cNvPr>
          <p:cNvGrpSpPr/>
          <p:nvPr/>
        </p:nvGrpSpPr>
        <p:grpSpPr>
          <a:xfrm>
            <a:off x="5191706" y="3932225"/>
            <a:ext cx="185140" cy="168343"/>
            <a:chOff x="991679" y="3489124"/>
            <a:chExt cx="185140" cy="168343"/>
          </a:xfrm>
        </p:grpSpPr>
        <p:sp>
          <p:nvSpPr>
            <p:cNvPr id="422" name="Zylinder 421">
              <a:extLst>
                <a:ext uri="{FF2B5EF4-FFF2-40B4-BE49-F238E27FC236}">
                  <a16:creationId xmlns:a16="http://schemas.microsoft.com/office/drawing/2014/main" id="{D77531E6-52D2-C90D-6207-23850E5F6CB3}"/>
                </a:ext>
              </a:extLst>
            </p:cNvPr>
            <p:cNvSpPr/>
            <p:nvPr/>
          </p:nvSpPr>
          <p:spPr bwMode="gray">
            <a:xfrm>
              <a:off x="991679" y="3489124"/>
              <a:ext cx="106683" cy="103691"/>
            </a:xfrm>
            <a:prstGeom prst="can">
              <a:avLst/>
            </a:prstGeom>
            <a:solidFill>
              <a:schemeClr val="bg1">
                <a:lumMod val="85000"/>
              </a:schemeClr>
            </a:solidFill>
            <a:ln w="3175" cmpd="sng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423" name="Zylinder 422">
              <a:extLst>
                <a:ext uri="{FF2B5EF4-FFF2-40B4-BE49-F238E27FC236}">
                  <a16:creationId xmlns:a16="http://schemas.microsoft.com/office/drawing/2014/main" id="{C13C4AB2-AAE8-492C-3204-36CAA609D110}"/>
                </a:ext>
              </a:extLst>
            </p:cNvPr>
            <p:cNvSpPr/>
            <p:nvPr/>
          </p:nvSpPr>
          <p:spPr bwMode="gray">
            <a:xfrm>
              <a:off x="1036756" y="3520205"/>
              <a:ext cx="106683" cy="103691"/>
            </a:xfrm>
            <a:prstGeom prst="can">
              <a:avLst/>
            </a:prstGeom>
            <a:solidFill>
              <a:schemeClr val="bg1">
                <a:lumMod val="85000"/>
              </a:schemeClr>
            </a:solidFill>
            <a:ln w="3175" cmpd="sng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424" name="Zylinder 423">
              <a:extLst>
                <a:ext uri="{FF2B5EF4-FFF2-40B4-BE49-F238E27FC236}">
                  <a16:creationId xmlns:a16="http://schemas.microsoft.com/office/drawing/2014/main" id="{4BF37531-3F03-BD5F-9F19-58F65B3BDC32}"/>
                </a:ext>
              </a:extLst>
            </p:cNvPr>
            <p:cNvSpPr/>
            <p:nvPr/>
          </p:nvSpPr>
          <p:spPr bwMode="gray">
            <a:xfrm>
              <a:off x="1070136" y="3553776"/>
              <a:ext cx="106683" cy="103691"/>
            </a:xfrm>
            <a:prstGeom prst="can">
              <a:avLst/>
            </a:prstGeom>
            <a:solidFill>
              <a:schemeClr val="bg1">
                <a:lumMod val="85000"/>
              </a:schemeClr>
            </a:solidFill>
            <a:ln w="3175" cmpd="sng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endParaRPr>
            </a:p>
          </p:txBody>
        </p:sp>
      </p:grpSp>
      <p:cxnSp>
        <p:nvCxnSpPr>
          <p:cNvPr id="433" name="Gerader Verbinder 432">
            <a:extLst>
              <a:ext uri="{FF2B5EF4-FFF2-40B4-BE49-F238E27FC236}">
                <a16:creationId xmlns:a16="http://schemas.microsoft.com/office/drawing/2014/main" id="{E201FDD1-F96F-07C9-73C7-19C52B10624A}"/>
              </a:ext>
            </a:extLst>
          </p:cNvPr>
          <p:cNvCxnSpPr>
            <a:cxnSpLocks/>
          </p:cNvCxnSpPr>
          <p:nvPr/>
        </p:nvCxnSpPr>
        <p:spPr>
          <a:xfrm>
            <a:off x="6664999" y="3809697"/>
            <a:ext cx="0" cy="316556"/>
          </a:xfrm>
          <a:prstGeom prst="line">
            <a:avLst/>
          </a:prstGeom>
          <a:ln w="9525">
            <a:solidFill>
              <a:schemeClr val="tx1"/>
            </a:solidFill>
            <a:prstDash val="sysDash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5" name="Rechteck 434">
            <a:extLst>
              <a:ext uri="{FF2B5EF4-FFF2-40B4-BE49-F238E27FC236}">
                <a16:creationId xmlns:a16="http://schemas.microsoft.com/office/drawing/2014/main" id="{BAC7AAFC-5265-A260-8057-27D75D9CFB07}"/>
              </a:ext>
            </a:extLst>
          </p:cNvPr>
          <p:cNvSpPr/>
          <p:nvPr/>
        </p:nvSpPr>
        <p:spPr bwMode="gray">
          <a:xfrm>
            <a:off x="316579" y="6125603"/>
            <a:ext cx="1552025" cy="28202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 cmpd="sng" algn="ctr">
            <a:solidFill>
              <a:schemeClr val="bg2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none" tIns="18000" rtlCol="0" anchor="t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FileNet P8</a:t>
            </a:r>
          </a:p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(</a:t>
            </a:r>
            <a:r>
              <a:rPr kumimoji="0" lang="de-DE" sz="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Archv</a:t>
            </a:r>
            <a:r>
              <a: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)</a:t>
            </a:r>
            <a:endParaRPr kumimoji="0" lang="de-DE" sz="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+mn-ea"/>
              <a:cs typeface="Calibri" charset="0"/>
            </a:endParaRPr>
          </a:p>
        </p:txBody>
      </p:sp>
      <p:grpSp>
        <p:nvGrpSpPr>
          <p:cNvPr id="437" name="Gruppieren 436">
            <a:extLst>
              <a:ext uri="{FF2B5EF4-FFF2-40B4-BE49-F238E27FC236}">
                <a16:creationId xmlns:a16="http://schemas.microsoft.com/office/drawing/2014/main" id="{7C11A04A-23E8-2CD8-0452-01BCE00995CA}"/>
              </a:ext>
            </a:extLst>
          </p:cNvPr>
          <p:cNvGrpSpPr/>
          <p:nvPr/>
        </p:nvGrpSpPr>
        <p:grpSpPr>
          <a:xfrm>
            <a:off x="1515981" y="6189215"/>
            <a:ext cx="185140" cy="168343"/>
            <a:chOff x="991679" y="3489124"/>
            <a:chExt cx="185140" cy="168343"/>
          </a:xfrm>
        </p:grpSpPr>
        <p:sp>
          <p:nvSpPr>
            <p:cNvPr id="438" name="Zylinder 437">
              <a:extLst>
                <a:ext uri="{FF2B5EF4-FFF2-40B4-BE49-F238E27FC236}">
                  <a16:creationId xmlns:a16="http://schemas.microsoft.com/office/drawing/2014/main" id="{49A266CA-84C2-BF2F-4BCC-8EF4AE0AABDE}"/>
                </a:ext>
              </a:extLst>
            </p:cNvPr>
            <p:cNvSpPr/>
            <p:nvPr/>
          </p:nvSpPr>
          <p:spPr bwMode="gray">
            <a:xfrm>
              <a:off x="991679" y="3489124"/>
              <a:ext cx="106683" cy="103691"/>
            </a:xfrm>
            <a:prstGeom prst="can">
              <a:avLst/>
            </a:prstGeom>
            <a:solidFill>
              <a:schemeClr val="bg1">
                <a:lumMod val="85000"/>
              </a:schemeClr>
            </a:solidFill>
            <a:ln w="3175" cmpd="sng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440" name="Zylinder 439">
              <a:extLst>
                <a:ext uri="{FF2B5EF4-FFF2-40B4-BE49-F238E27FC236}">
                  <a16:creationId xmlns:a16="http://schemas.microsoft.com/office/drawing/2014/main" id="{3365663F-65FA-7F3F-5F87-4F841AAD2C72}"/>
                </a:ext>
              </a:extLst>
            </p:cNvPr>
            <p:cNvSpPr/>
            <p:nvPr/>
          </p:nvSpPr>
          <p:spPr bwMode="gray">
            <a:xfrm>
              <a:off x="1036756" y="3520205"/>
              <a:ext cx="106683" cy="103691"/>
            </a:xfrm>
            <a:prstGeom prst="can">
              <a:avLst/>
            </a:prstGeom>
            <a:solidFill>
              <a:schemeClr val="bg1">
                <a:lumMod val="85000"/>
              </a:schemeClr>
            </a:solidFill>
            <a:ln w="3175" cmpd="sng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441" name="Zylinder 440">
              <a:extLst>
                <a:ext uri="{FF2B5EF4-FFF2-40B4-BE49-F238E27FC236}">
                  <a16:creationId xmlns:a16="http://schemas.microsoft.com/office/drawing/2014/main" id="{7D530BEB-8349-5DEF-12E7-EBC4DCFE2F53}"/>
                </a:ext>
              </a:extLst>
            </p:cNvPr>
            <p:cNvSpPr/>
            <p:nvPr/>
          </p:nvSpPr>
          <p:spPr bwMode="gray">
            <a:xfrm>
              <a:off x="1070136" y="3553776"/>
              <a:ext cx="106683" cy="103691"/>
            </a:xfrm>
            <a:prstGeom prst="can">
              <a:avLst/>
            </a:prstGeom>
            <a:solidFill>
              <a:schemeClr val="bg1">
                <a:lumMod val="85000"/>
              </a:schemeClr>
            </a:solidFill>
            <a:ln w="3175" cmpd="sng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endParaRPr>
            </a:p>
          </p:txBody>
        </p:sp>
      </p:grpSp>
      <p:cxnSp>
        <p:nvCxnSpPr>
          <p:cNvPr id="442" name="Gerade Verbindung mit Pfeil 441">
            <a:extLst>
              <a:ext uri="{FF2B5EF4-FFF2-40B4-BE49-F238E27FC236}">
                <a16:creationId xmlns:a16="http://schemas.microsoft.com/office/drawing/2014/main" id="{59FF9506-3F20-7A0F-7C9E-E12466073ED7}"/>
              </a:ext>
            </a:extLst>
          </p:cNvPr>
          <p:cNvCxnSpPr>
            <a:cxnSpLocks/>
          </p:cNvCxnSpPr>
          <p:nvPr/>
        </p:nvCxnSpPr>
        <p:spPr>
          <a:xfrm flipH="1">
            <a:off x="1868604" y="6266614"/>
            <a:ext cx="193728" cy="0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triangle" w="med" len="sm"/>
            <a:tailEnd type="triangle" w="med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0" name="Freihandform: Form 1119">
            <a:extLst>
              <a:ext uri="{FF2B5EF4-FFF2-40B4-BE49-F238E27FC236}">
                <a16:creationId xmlns:a16="http://schemas.microsoft.com/office/drawing/2014/main" id="{1A14FC5B-149E-2514-5733-311A8A403F63}"/>
              </a:ext>
            </a:extLst>
          </p:cNvPr>
          <p:cNvSpPr>
            <a:spLocks noChangeAspect="1"/>
          </p:cNvSpPr>
          <p:nvPr/>
        </p:nvSpPr>
        <p:spPr bwMode="gray">
          <a:xfrm>
            <a:off x="7837848" y="2346706"/>
            <a:ext cx="91626" cy="91625"/>
          </a:xfrm>
          <a:custGeom>
            <a:avLst/>
            <a:gdLst>
              <a:gd name="connsiteX0" fmla="*/ 0 w 145257"/>
              <a:gd name="connsiteY0" fmla="*/ 2381 h 145256"/>
              <a:gd name="connsiteX1" fmla="*/ 145257 w 145257"/>
              <a:gd name="connsiteY1" fmla="*/ 0 h 145256"/>
              <a:gd name="connsiteX2" fmla="*/ 145257 w 145257"/>
              <a:gd name="connsiteY2" fmla="*/ 145256 h 145256"/>
              <a:gd name="connsiteX3" fmla="*/ 0 w 145257"/>
              <a:gd name="connsiteY3" fmla="*/ 2381 h 145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257" h="145256">
                <a:moveTo>
                  <a:pt x="0" y="2381"/>
                </a:moveTo>
                <a:lnTo>
                  <a:pt x="145257" y="0"/>
                </a:lnTo>
                <a:lnTo>
                  <a:pt x="145257" y="145256"/>
                </a:lnTo>
                <a:lnTo>
                  <a:pt x="0" y="2381"/>
                </a:lnTo>
                <a:close/>
              </a:path>
            </a:pathLst>
          </a:custGeom>
          <a:solidFill>
            <a:srgbClr val="FF0000"/>
          </a:solidFill>
          <a:ln w="9525" cmpd="sng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marL="0" marR="0" lvl="0" indent="0" algn="ctr" defTabSz="96752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1481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121" name="Freihandform: Form 1120">
            <a:extLst>
              <a:ext uri="{FF2B5EF4-FFF2-40B4-BE49-F238E27FC236}">
                <a16:creationId xmlns:a16="http://schemas.microsoft.com/office/drawing/2014/main" id="{2C28F60F-64BE-C991-ED9E-2B384DDE2836}"/>
              </a:ext>
            </a:extLst>
          </p:cNvPr>
          <p:cNvSpPr>
            <a:spLocks noChangeAspect="1"/>
          </p:cNvSpPr>
          <p:nvPr/>
        </p:nvSpPr>
        <p:spPr bwMode="gray">
          <a:xfrm>
            <a:off x="1719975" y="1558745"/>
            <a:ext cx="91626" cy="91625"/>
          </a:xfrm>
          <a:custGeom>
            <a:avLst/>
            <a:gdLst>
              <a:gd name="connsiteX0" fmla="*/ 0 w 145257"/>
              <a:gd name="connsiteY0" fmla="*/ 2381 h 145256"/>
              <a:gd name="connsiteX1" fmla="*/ 145257 w 145257"/>
              <a:gd name="connsiteY1" fmla="*/ 0 h 145256"/>
              <a:gd name="connsiteX2" fmla="*/ 145257 w 145257"/>
              <a:gd name="connsiteY2" fmla="*/ 145256 h 145256"/>
              <a:gd name="connsiteX3" fmla="*/ 0 w 145257"/>
              <a:gd name="connsiteY3" fmla="*/ 2381 h 145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257" h="145256">
                <a:moveTo>
                  <a:pt x="0" y="2381"/>
                </a:moveTo>
                <a:lnTo>
                  <a:pt x="145257" y="0"/>
                </a:lnTo>
                <a:lnTo>
                  <a:pt x="145257" y="145256"/>
                </a:lnTo>
                <a:lnTo>
                  <a:pt x="0" y="2381"/>
                </a:lnTo>
                <a:close/>
              </a:path>
            </a:pathLst>
          </a:custGeom>
          <a:solidFill>
            <a:srgbClr val="FF0000"/>
          </a:solidFill>
          <a:ln w="9525" cmpd="sng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marL="0" marR="0" lvl="0" indent="0" algn="ctr" defTabSz="96752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1481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122" name="Freihandform: Form 1121">
            <a:extLst>
              <a:ext uri="{FF2B5EF4-FFF2-40B4-BE49-F238E27FC236}">
                <a16:creationId xmlns:a16="http://schemas.microsoft.com/office/drawing/2014/main" id="{C001E04E-F0E9-95B9-FED9-5FFA7DCD9783}"/>
              </a:ext>
            </a:extLst>
          </p:cNvPr>
          <p:cNvSpPr>
            <a:spLocks noChangeAspect="1"/>
          </p:cNvSpPr>
          <p:nvPr/>
        </p:nvSpPr>
        <p:spPr bwMode="gray">
          <a:xfrm>
            <a:off x="1052030" y="1558745"/>
            <a:ext cx="91626" cy="91625"/>
          </a:xfrm>
          <a:custGeom>
            <a:avLst/>
            <a:gdLst>
              <a:gd name="connsiteX0" fmla="*/ 0 w 145257"/>
              <a:gd name="connsiteY0" fmla="*/ 2381 h 145256"/>
              <a:gd name="connsiteX1" fmla="*/ 145257 w 145257"/>
              <a:gd name="connsiteY1" fmla="*/ 0 h 145256"/>
              <a:gd name="connsiteX2" fmla="*/ 145257 w 145257"/>
              <a:gd name="connsiteY2" fmla="*/ 145256 h 145256"/>
              <a:gd name="connsiteX3" fmla="*/ 0 w 145257"/>
              <a:gd name="connsiteY3" fmla="*/ 2381 h 145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257" h="145256">
                <a:moveTo>
                  <a:pt x="0" y="2381"/>
                </a:moveTo>
                <a:lnTo>
                  <a:pt x="145257" y="0"/>
                </a:lnTo>
                <a:lnTo>
                  <a:pt x="145257" y="145256"/>
                </a:lnTo>
                <a:lnTo>
                  <a:pt x="0" y="2381"/>
                </a:lnTo>
                <a:close/>
              </a:path>
            </a:pathLst>
          </a:custGeom>
          <a:solidFill>
            <a:srgbClr val="FF0000"/>
          </a:solidFill>
          <a:ln w="9525" cmpd="sng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marL="0" marR="0" lvl="0" indent="0" algn="ctr" defTabSz="96752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1481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123" name="Freihandform: Form 1122">
            <a:extLst>
              <a:ext uri="{FF2B5EF4-FFF2-40B4-BE49-F238E27FC236}">
                <a16:creationId xmlns:a16="http://schemas.microsoft.com/office/drawing/2014/main" id="{1E43D9A9-D4E2-1B3F-0711-11B1D9B3A0CD}"/>
              </a:ext>
            </a:extLst>
          </p:cNvPr>
          <p:cNvSpPr>
            <a:spLocks noChangeAspect="1"/>
          </p:cNvSpPr>
          <p:nvPr/>
        </p:nvSpPr>
        <p:spPr bwMode="gray">
          <a:xfrm>
            <a:off x="1721511" y="3331976"/>
            <a:ext cx="91626" cy="91625"/>
          </a:xfrm>
          <a:custGeom>
            <a:avLst/>
            <a:gdLst>
              <a:gd name="connsiteX0" fmla="*/ 0 w 145257"/>
              <a:gd name="connsiteY0" fmla="*/ 2381 h 145256"/>
              <a:gd name="connsiteX1" fmla="*/ 145257 w 145257"/>
              <a:gd name="connsiteY1" fmla="*/ 0 h 145256"/>
              <a:gd name="connsiteX2" fmla="*/ 145257 w 145257"/>
              <a:gd name="connsiteY2" fmla="*/ 145256 h 145256"/>
              <a:gd name="connsiteX3" fmla="*/ 0 w 145257"/>
              <a:gd name="connsiteY3" fmla="*/ 2381 h 145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257" h="145256">
                <a:moveTo>
                  <a:pt x="0" y="2381"/>
                </a:moveTo>
                <a:lnTo>
                  <a:pt x="145257" y="0"/>
                </a:lnTo>
                <a:lnTo>
                  <a:pt x="145257" y="145256"/>
                </a:lnTo>
                <a:lnTo>
                  <a:pt x="0" y="2381"/>
                </a:lnTo>
                <a:close/>
              </a:path>
            </a:pathLst>
          </a:custGeom>
          <a:solidFill>
            <a:srgbClr val="FF0000"/>
          </a:solidFill>
          <a:ln w="9525" cmpd="sng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marL="0" marR="0" lvl="0" indent="0" algn="ctr" defTabSz="96752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1481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124" name="Freihandform: Form 1123">
            <a:extLst>
              <a:ext uri="{FF2B5EF4-FFF2-40B4-BE49-F238E27FC236}">
                <a16:creationId xmlns:a16="http://schemas.microsoft.com/office/drawing/2014/main" id="{A61FF6BE-04B5-5781-75DC-49F017CE2C1F}"/>
              </a:ext>
            </a:extLst>
          </p:cNvPr>
          <p:cNvSpPr>
            <a:spLocks noChangeAspect="1"/>
          </p:cNvSpPr>
          <p:nvPr/>
        </p:nvSpPr>
        <p:spPr bwMode="gray">
          <a:xfrm>
            <a:off x="1770622" y="6132881"/>
            <a:ext cx="91626" cy="91625"/>
          </a:xfrm>
          <a:custGeom>
            <a:avLst/>
            <a:gdLst>
              <a:gd name="connsiteX0" fmla="*/ 0 w 145257"/>
              <a:gd name="connsiteY0" fmla="*/ 2381 h 145256"/>
              <a:gd name="connsiteX1" fmla="*/ 145257 w 145257"/>
              <a:gd name="connsiteY1" fmla="*/ 0 h 145256"/>
              <a:gd name="connsiteX2" fmla="*/ 145257 w 145257"/>
              <a:gd name="connsiteY2" fmla="*/ 145256 h 145256"/>
              <a:gd name="connsiteX3" fmla="*/ 0 w 145257"/>
              <a:gd name="connsiteY3" fmla="*/ 2381 h 145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257" h="145256">
                <a:moveTo>
                  <a:pt x="0" y="2381"/>
                </a:moveTo>
                <a:lnTo>
                  <a:pt x="145257" y="0"/>
                </a:lnTo>
                <a:lnTo>
                  <a:pt x="145257" y="145256"/>
                </a:lnTo>
                <a:lnTo>
                  <a:pt x="0" y="2381"/>
                </a:lnTo>
                <a:close/>
              </a:path>
            </a:pathLst>
          </a:custGeom>
          <a:solidFill>
            <a:srgbClr val="FF0000"/>
          </a:solidFill>
          <a:ln w="9525" cmpd="sng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marL="0" marR="0" lvl="0" indent="0" algn="ctr" defTabSz="96752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1481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Calibri" charset="0"/>
              <a:cs typeface="Calibri" charset="0"/>
            </a:endParaRPr>
          </a:p>
        </p:txBody>
      </p:sp>
      <p:cxnSp>
        <p:nvCxnSpPr>
          <p:cNvPr id="6" name="Verbinder: gewinkelt 5">
            <a:extLst>
              <a:ext uri="{FF2B5EF4-FFF2-40B4-BE49-F238E27FC236}">
                <a16:creationId xmlns:a16="http://schemas.microsoft.com/office/drawing/2014/main" id="{25D54A5B-7A89-51F9-841B-D925E19046CB}"/>
              </a:ext>
            </a:extLst>
          </p:cNvPr>
          <p:cNvCxnSpPr>
            <a:cxnSpLocks/>
            <a:stCxn id="424" idx="3"/>
            <a:endCxn id="314" idx="1"/>
          </p:cNvCxnSpPr>
          <p:nvPr/>
        </p:nvCxnSpPr>
        <p:spPr>
          <a:xfrm rot="5400000">
            <a:off x="2780321" y="3521034"/>
            <a:ext cx="1963650" cy="3122719"/>
          </a:xfrm>
          <a:prstGeom prst="bentConnector4">
            <a:avLst>
              <a:gd name="adj1" fmla="val 5826"/>
              <a:gd name="adj2" fmla="val 103638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triangle" w="med" len="sm"/>
            <a:tailEnd type="triangle" w="med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3" name="Gruppieren 1052">
            <a:extLst>
              <a:ext uri="{FF2B5EF4-FFF2-40B4-BE49-F238E27FC236}">
                <a16:creationId xmlns:a16="http://schemas.microsoft.com/office/drawing/2014/main" id="{5887FF91-0970-40DE-4010-6A4E233FE80A}"/>
              </a:ext>
            </a:extLst>
          </p:cNvPr>
          <p:cNvGrpSpPr/>
          <p:nvPr/>
        </p:nvGrpSpPr>
        <p:grpSpPr>
          <a:xfrm>
            <a:off x="2931283" y="3683172"/>
            <a:ext cx="838649" cy="295825"/>
            <a:chOff x="2600076" y="3690764"/>
            <a:chExt cx="838649" cy="295825"/>
          </a:xfrm>
        </p:grpSpPr>
        <p:sp>
          <p:nvSpPr>
            <p:cNvPr id="1024" name="Rechteck 1023">
              <a:extLst>
                <a:ext uri="{FF2B5EF4-FFF2-40B4-BE49-F238E27FC236}">
                  <a16:creationId xmlns:a16="http://schemas.microsoft.com/office/drawing/2014/main" id="{D6D2CD30-66D4-1776-2E0C-502C0BB6B581}"/>
                </a:ext>
              </a:extLst>
            </p:cNvPr>
            <p:cNvSpPr/>
            <p:nvPr/>
          </p:nvSpPr>
          <p:spPr bwMode="gray">
            <a:xfrm>
              <a:off x="2600076" y="3692992"/>
              <a:ext cx="838647" cy="293597"/>
            </a:xfrm>
            <a:prstGeom prst="rect">
              <a:avLst/>
            </a:prstGeom>
            <a:solidFill>
              <a:srgbClr val="CCEC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1027" name="Rechteck 1026">
              <a:extLst>
                <a:ext uri="{FF2B5EF4-FFF2-40B4-BE49-F238E27FC236}">
                  <a16:creationId xmlns:a16="http://schemas.microsoft.com/office/drawing/2014/main" id="{173C112E-CCEC-EC36-6194-98A98BC3A891}"/>
                </a:ext>
              </a:extLst>
            </p:cNvPr>
            <p:cNvSpPr/>
            <p:nvPr/>
          </p:nvSpPr>
          <p:spPr bwMode="gray">
            <a:xfrm>
              <a:off x="2600076" y="3690764"/>
              <a:ext cx="838647" cy="144000"/>
            </a:xfrm>
            <a:prstGeom prst="rect">
              <a:avLst/>
            </a:prstGeom>
            <a:solidFill>
              <a:srgbClr val="3399FF"/>
            </a:solidFill>
            <a:ln w="9525" cmpd="sng" algn="ctr">
              <a:solidFill>
                <a:srgbClr val="3366FF"/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Calibri" charset="0"/>
                  <a:cs typeface="Calibri" charset="0"/>
                </a:rPr>
                <a:t>Squid</a:t>
              </a:r>
              <a:r>
                <a:rPr kumimoji="0" lang="de-DE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charset="0"/>
                  <a:ea typeface="Calibri" charset="0"/>
                  <a:cs typeface="Calibri" charset="0"/>
                </a:rPr>
                <a:t> Proxy</a:t>
              </a:r>
            </a:p>
          </p:txBody>
        </p:sp>
        <p:sp>
          <p:nvSpPr>
            <p:cNvPr id="1052" name="Textfeld 1051">
              <a:extLst>
                <a:ext uri="{FF2B5EF4-FFF2-40B4-BE49-F238E27FC236}">
                  <a16:creationId xmlns:a16="http://schemas.microsoft.com/office/drawing/2014/main" id="{A90377B6-1C1F-D285-4F79-8888D64B1037}"/>
                </a:ext>
              </a:extLst>
            </p:cNvPr>
            <p:cNvSpPr txBox="1"/>
            <p:nvPr/>
          </p:nvSpPr>
          <p:spPr>
            <a:xfrm>
              <a:off x="2609914" y="3864655"/>
              <a:ext cx="828811" cy="96950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67527" rtl="0" eaLnBrk="1" fontAlgn="base" latinLnBrk="0" hangingPunct="1">
                <a:lnSpc>
                  <a:spcPct val="90000"/>
                </a:lnSpc>
                <a:spcBef>
                  <a:spcPts val="423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7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Squid</a:t>
              </a:r>
              <a:r>
                <a:rPr kumimoji="0" lang="de-DE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 http Web Proxy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37916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AA58F-C8ED-4A00-B14C-676B9289E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22EF37FE-3162-791E-8F80-A950BC3F4694}"/>
              </a:ext>
            </a:extLst>
          </p:cNvPr>
          <p:cNvSpPr/>
          <p:nvPr/>
        </p:nvSpPr>
        <p:spPr>
          <a:xfrm>
            <a:off x="2965641" y="2902405"/>
            <a:ext cx="2896304" cy="2915653"/>
          </a:xfrm>
          <a:prstGeom prst="rect">
            <a:avLst/>
          </a:prstGeom>
          <a:solidFill>
            <a:srgbClr val="4472C4">
              <a:lumMod val="40000"/>
              <a:lumOff val="60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Microsoft Azure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8716A938-AF26-5A65-F9C1-B86D3CF08CF2}"/>
              </a:ext>
            </a:extLst>
          </p:cNvPr>
          <p:cNvSpPr/>
          <p:nvPr/>
        </p:nvSpPr>
        <p:spPr>
          <a:xfrm>
            <a:off x="3075109" y="3154807"/>
            <a:ext cx="2736332" cy="2605656"/>
          </a:xfrm>
          <a:prstGeom prst="rect">
            <a:avLst/>
          </a:prstGeom>
          <a:solidFill>
            <a:srgbClr val="99CCFF">
              <a:alpha val="75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tIns="36000" rtlCol="0" anchor="b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SAP Private Cloud Edition (PCE)</a:t>
            </a:r>
          </a:p>
        </p:txBody>
      </p:sp>
      <p:sp>
        <p:nvSpPr>
          <p:cNvPr id="139" name="Rechteck 138">
            <a:extLst>
              <a:ext uri="{FF2B5EF4-FFF2-40B4-BE49-F238E27FC236}">
                <a16:creationId xmlns:a16="http://schemas.microsoft.com/office/drawing/2014/main" id="{57AB13A9-CB78-C40F-4231-C66ADAEB19C5}"/>
              </a:ext>
            </a:extLst>
          </p:cNvPr>
          <p:cNvSpPr/>
          <p:nvPr/>
        </p:nvSpPr>
        <p:spPr bwMode="gray">
          <a:xfrm>
            <a:off x="6096000" y="2902405"/>
            <a:ext cx="3210615" cy="2915653"/>
          </a:xfrm>
          <a:prstGeom prst="rect">
            <a:avLst/>
          </a:prstGeom>
          <a:solidFill>
            <a:srgbClr val="FFCF07"/>
          </a:solidFill>
          <a:ln w="9525" cmpd="sng" algn="ctr">
            <a:solidFill>
              <a:schemeClr val="bg2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none" rtlCol="0" anchor="b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+mn-ea"/>
              <a:cs typeface="Calibri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2791182-68C6-BC87-84CE-2061FF528D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021"/>
          <a:stretch/>
        </p:blipFill>
        <p:spPr bwMode="auto">
          <a:xfrm>
            <a:off x="8752723" y="2916222"/>
            <a:ext cx="508512" cy="20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7" name="Rechteck 1066">
            <a:extLst>
              <a:ext uri="{FF2B5EF4-FFF2-40B4-BE49-F238E27FC236}">
                <a16:creationId xmlns:a16="http://schemas.microsoft.com/office/drawing/2014/main" id="{386AA235-3E0F-1EF4-3BAD-4A4040AF6466}"/>
              </a:ext>
            </a:extLst>
          </p:cNvPr>
          <p:cNvSpPr/>
          <p:nvPr/>
        </p:nvSpPr>
        <p:spPr bwMode="gray">
          <a:xfrm>
            <a:off x="8158896" y="4609005"/>
            <a:ext cx="162437" cy="71397"/>
          </a:xfrm>
          <a:prstGeom prst="rect">
            <a:avLst/>
          </a:prstGeom>
          <a:noFill/>
          <a:ln w="9525" cmpd="sng" algn="ctr">
            <a:noFill/>
            <a:miter lim="800000"/>
            <a:headEnd/>
            <a:tailEnd/>
          </a:ln>
          <a:effectLst/>
        </p:spPr>
        <p:txBody>
          <a:bodyPr wrap="none" rtlCol="0" anchor="b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+mn-ea"/>
              <a:cs typeface="Calibri" charset="0"/>
            </a:endParaRPr>
          </a:p>
        </p:txBody>
      </p:sp>
      <p:grpSp>
        <p:nvGrpSpPr>
          <p:cNvPr id="49" name="Gruppieren 48">
            <a:extLst>
              <a:ext uri="{FF2B5EF4-FFF2-40B4-BE49-F238E27FC236}">
                <a16:creationId xmlns:a16="http://schemas.microsoft.com/office/drawing/2014/main" id="{E042CB9B-6097-4832-F0FD-D81AF9B68D26}"/>
              </a:ext>
            </a:extLst>
          </p:cNvPr>
          <p:cNvGrpSpPr/>
          <p:nvPr/>
        </p:nvGrpSpPr>
        <p:grpSpPr>
          <a:xfrm>
            <a:off x="7010001" y="4940439"/>
            <a:ext cx="1081459" cy="703389"/>
            <a:chOff x="7391640" y="4790304"/>
            <a:chExt cx="1081459" cy="703389"/>
          </a:xfrm>
        </p:grpSpPr>
        <p:sp>
          <p:nvSpPr>
            <p:cNvPr id="1140" name="Rechteck 1139">
              <a:extLst>
                <a:ext uri="{FF2B5EF4-FFF2-40B4-BE49-F238E27FC236}">
                  <a16:creationId xmlns:a16="http://schemas.microsoft.com/office/drawing/2014/main" id="{23990A6F-09DD-2332-58CA-F1913C85221D}"/>
                </a:ext>
              </a:extLst>
            </p:cNvPr>
            <p:cNvSpPr/>
            <p:nvPr/>
          </p:nvSpPr>
          <p:spPr bwMode="gray">
            <a:xfrm>
              <a:off x="7509235" y="4913550"/>
              <a:ext cx="963864" cy="580143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cmpd="sng" algn="ctr">
              <a:solidFill>
                <a:schemeClr val="bg2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rtlCol="0" anchor="b" anchorCtr="0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1139" name="Rechteck 1138">
              <a:extLst>
                <a:ext uri="{FF2B5EF4-FFF2-40B4-BE49-F238E27FC236}">
                  <a16:creationId xmlns:a16="http://schemas.microsoft.com/office/drawing/2014/main" id="{A2EEA3F9-FC50-B709-6EE4-A99DB8BA6948}"/>
                </a:ext>
              </a:extLst>
            </p:cNvPr>
            <p:cNvSpPr/>
            <p:nvPr/>
          </p:nvSpPr>
          <p:spPr bwMode="gray">
            <a:xfrm>
              <a:off x="7454644" y="4860483"/>
              <a:ext cx="963864" cy="580143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cmpd="sng" algn="ctr">
              <a:solidFill>
                <a:schemeClr val="bg2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rtlCol="0" anchor="b" anchorCtr="0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grpSp>
          <p:nvGrpSpPr>
            <p:cNvPr id="157" name="Gruppieren 156">
              <a:extLst>
                <a:ext uri="{FF2B5EF4-FFF2-40B4-BE49-F238E27FC236}">
                  <a16:creationId xmlns:a16="http://schemas.microsoft.com/office/drawing/2014/main" id="{8C6FEF2D-52EA-E97E-274F-84EC1FA94424}"/>
                </a:ext>
              </a:extLst>
            </p:cNvPr>
            <p:cNvGrpSpPr/>
            <p:nvPr/>
          </p:nvGrpSpPr>
          <p:grpSpPr>
            <a:xfrm>
              <a:off x="7391640" y="4790304"/>
              <a:ext cx="963864" cy="580143"/>
              <a:chOff x="7161868" y="5415296"/>
              <a:chExt cx="1163266" cy="749479"/>
            </a:xfrm>
          </p:grpSpPr>
          <p:sp>
            <p:nvSpPr>
              <p:cNvPr id="147" name="Rechteck 146">
                <a:extLst>
                  <a:ext uri="{FF2B5EF4-FFF2-40B4-BE49-F238E27FC236}">
                    <a16:creationId xmlns:a16="http://schemas.microsoft.com/office/drawing/2014/main" id="{2C6F8BC3-8358-5E27-F3F4-B5310E566686}"/>
                  </a:ext>
                </a:extLst>
              </p:cNvPr>
              <p:cNvSpPr/>
              <p:nvPr/>
            </p:nvSpPr>
            <p:spPr bwMode="gray">
              <a:xfrm>
                <a:off x="7161868" y="5415296"/>
                <a:ext cx="1163266" cy="749479"/>
              </a:xfrm>
              <a:prstGeom prst="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 w="9525" cmpd="sng" algn="ctr">
                <a:solidFill>
                  <a:schemeClr val="bg2">
                    <a:lumMod val="7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rtlCol="0" anchor="b" anchorCtr="0"/>
              <a:lstStyle/>
              <a:p>
                <a:pPr marL="0" marR="0" lvl="0" indent="0" algn="ctr" defTabSz="914216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charset="0"/>
                    <a:ea typeface="+mn-ea"/>
                    <a:cs typeface="Calibri" charset="0"/>
                  </a:rPr>
                  <a:t>ADAC Systems</a:t>
                </a:r>
              </a:p>
            </p:txBody>
          </p:sp>
          <p:sp>
            <p:nvSpPr>
              <p:cNvPr id="150" name="Freihandform: Form 149">
                <a:extLst>
                  <a:ext uri="{FF2B5EF4-FFF2-40B4-BE49-F238E27FC236}">
                    <a16:creationId xmlns:a16="http://schemas.microsoft.com/office/drawing/2014/main" id="{C2319496-47D4-B7CC-99E5-96D53EAF6BDB}"/>
                  </a:ext>
                </a:extLst>
              </p:cNvPr>
              <p:cNvSpPr/>
              <p:nvPr/>
            </p:nvSpPr>
            <p:spPr>
              <a:xfrm>
                <a:off x="7436351" y="5546177"/>
                <a:ext cx="370761" cy="262715"/>
              </a:xfrm>
              <a:custGeom>
                <a:avLst/>
                <a:gdLst>
                  <a:gd name="connsiteX0" fmla="*/ 15448 w 370761"/>
                  <a:gd name="connsiteY0" fmla="*/ 0 h 262715"/>
                  <a:gd name="connsiteX1" fmla="*/ 0 w 370761"/>
                  <a:gd name="connsiteY1" fmla="*/ 0 h 262715"/>
                  <a:gd name="connsiteX2" fmla="*/ 0 w 370761"/>
                  <a:gd name="connsiteY2" fmla="*/ 262715 h 262715"/>
                  <a:gd name="connsiteX3" fmla="*/ 370761 w 370761"/>
                  <a:gd name="connsiteY3" fmla="*/ 262715 h 262715"/>
                  <a:gd name="connsiteX4" fmla="*/ 370761 w 370761"/>
                  <a:gd name="connsiteY4" fmla="*/ 0 h 262715"/>
                  <a:gd name="connsiteX5" fmla="*/ 15448 w 370761"/>
                  <a:gd name="connsiteY5" fmla="*/ 0 h 262715"/>
                  <a:gd name="connsiteX6" fmla="*/ 355313 w 370761"/>
                  <a:gd name="connsiteY6" fmla="*/ 247267 h 262715"/>
                  <a:gd name="connsiteX7" fmla="*/ 15448 w 370761"/>
                  <a:gd name="connsiteY7" fmla="*/ 247267 h 262715"/>
                  <a:gd name="connsiteX8" fmla="*/ 15448 w 370761"/>
                  <a:gd name="connsiteY8" fmla="*/ 15448 h 262715"/>
                  <a:gd name="connsiteX9" fmla="*/ 355313 w 370761"/>
                  <a:gd name="connsiteY9" fmla="*/ 15448 h 2627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70761" h="262715">
                    <a:moveTo>
                      <a:pt x="15448" y="0"/>
                    </a:moveTo>
                    <a:lnTo>
                      <a:pt x="0" y="0"/>
                    </a:lnTo>
                    <a:lnTo>
                      <a:pt x="0" y="262715"/>
                    </a:lnTo>
                    <a:lnTo>
                      <a:pt x="370761" y="262715"/>
                    </a:lnTo>
                    <a:lnTo>
                      <a:pt x="370761" y="0"/>
                    </a:lnTo>
                    <a:lnTo>
                      <a:pt x="15448" y="0"/>
                    </a:lnTo>
                    <a:close/>
                    <a:moveTo>
                      <a:pt x="355313" y="247267"/>
                    </a:moveTo>
                    <a:lnTo>
                      <a:pt x="15448" y="247267"/>
                    </a:lnTo>
                    <a:lnTo>
                      <a:pt x="15448" y="15448"/>
                    </a:lnTo>
                    <a:lnTo>
                      <a:pt x="355313" y="15448"/>
                    </a:ln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76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1" name="Freihandform: Form 150">
                <a:extLst>
                  <a:ext uri="{FF2B5EF4-FFF2-40B4-BE49-F238E27FC236}">
                    <a16:creationId xmlns:a16="http://schemas.microsoft.com/office/drawing/2014/main" id="{70A26C8B-4880-D9D6-43B5-BB0553E89066}"/>
                  </a:ext>
                </a:extLst>
              </p:cNvPr>
              <p:cNvSpPr/>
              <p:nvPr/>
            </p:nvSpPr>
            <p:spPr>
              <a:xfrm>
                <a:off x="7397730" y="5507509"/>
                <a:ext cx="448002" cy="417252"/>
              </a:xfrm>
              <a:custGeom>
                <a:avLst/>
                <a:gdLst>
                  <a:gd name="connsiteX0" fmla="*/ 417106 w 448002"/>
                  <a:gd name="connsiteY0" fmla="*/ 0 h 417252"/>
                  <a:gd name="connsiteX1" fmla="*/ 30897 w 448002"/>
                  <a:gd name="connsiteY1" fmla="*/ 0 h 417252"/>
                  <a:gd name="connsiteX2" fmla="*/ 0 w 448002"/>
                  <a:gd name="connsiteY2" fmla="*/ 30897 h 417252"/>
                  <a:gd name="connsiteX3" fmla="*/ 0 w 448002"/>
                  <a:gd name="connsiteY3" fmla="*/ 309114 h 417252"/>
                  <a:gd name="connsiteX4" fmla="*/ 30897 w 448002"/>
                  <a:gd name="connsiteY4" fmla="*/ 340011 h 417252"/>
                  <a:gd name="connsiteX5" fmla="*/ 185381 w 448002"/>
                  <a:gd name="connsiteY5" fmla="*/ 340011 h 417252"/>
                  <a:gd name="connsiteX6" fmla="*/ 185381 w 448002"/>
                  <a:gd name="connsiteY6" fmla="*/ 401805 h 417252"/>
                  <a:gd name="connsiteX7" fmla="*/ 108139 w 448002"/>
                  <a:gd name="connsiteY7" fmla="*/ 401805 h 417252"/>
                  <a:gd name="connsiteX8" fmla="*/ 108139 w 448002"/>
                  <a:gd name="connsiteY8" fmla="*/ 417253 h 417252"/>
                  <a:gd name="connsiteX9" fmla="*/ 339864 w 448002"/>
                  <a:gd name="connsiteY9" fmla="*/ 417253 h 417252"/>
                  <a:gd name="connsiteX10" fmla="*/ 339864 w 448002"/>
                  <a:gd name="connsiteY10" fmla="*/ 401805 h 417252"/>
                  <a:gd name="connsiteX11" fmla="*/ 262622 w 448002"/>
                  <a:gd name="connsiteY11" fmla="*/ 401805 h 417252"/>
                  <a:gd name="connsiteX12" fmla="*/ 262622 w 448002"/>
                  <a:gd name="connsiteY12" fmla="*/ 340011 h 417252"/>
                  <a:gd name="connsiteX13" fmla="*/ 417106 w 448002"/>
                  <a:gd name="connsiteY13" fmla="*/ 340011 h 417252"/>
                  <a:gd name="connsiteX14" fmla="*/ 448003 w 448002"/>
                  <a:gd name="connsiteY14" fmla="*/ 309114 h 417252"/>
                  <a:gd name="connsiteX15" fmla="*/ 448003 w 448002"/>
                  <a:gd name="connsiteY15" fmla="*/ 30935 h 417252"/>
                  <a:gd name="connsiteX16" fmla="*/ 417106 w 448002"/>
                  <a:gd name="connsiteY16" fmla="*/ 0 h 417252"/>
                  <a:gd name="connsiteX17" fmla="*/ 247174 w 448002"/>
                  <a:gd name="connsiteY17" fmla="*/ 401835 h 417252"/>
                  <a:gd name="connsiteX18" fmla="*/ 200829 w 448002"/>
                  <a:gd name="connsiteY18" fmla="*/ 401835 h 417252"/>
                  <a:gd name="connsiteX19" fmla="*/ 200829 w 448002"/>
                  <a:gd name="connsiteY19" fmla="*/ 340042 h 417252"/>
                  <a:gd name="connsiteX20" fmla="*/ 247174 w 448002"/>
                  <a:gd name="connsiteY20" fmla="*/ 340042 h 417252"/>
                  <a:gd name="connsiteX21" fmla="*/ 432555 w 448002"/>
                  <a:gd name="connsiteY21" fmla="*/ 309145 h 417252"/>
                  <a:gd name="connsiteX22" fmla="*/ 417106 w 448002"/>
                  <a:gd name="connsiteY22" fmla="*/ 324594 h 417252"/>
                  <a:gd name="connsiteX23" fmla="*/ 30897 w 448002"/>
                  <a:gd name="connsiteY23" fmla="*/ 324594 h 417252"/>
                  <a:gd name="connsiteX24" fmla="*/ 15448 w 448002"/>
                  <a:gd name="connsiteY24" fmla="*/ 309145 h 417252"/>
                  <a:gd name="connsiteX25" fmla="*/ 15448 w 448002"/>
                  <a:gd name="connsiteY25" fmla="*/ 30935 h 417252"/>
                  <a:gd name="connsiteX26" fmla="*/ 30897 w 448002"/>
                  <a:gd name="connsiteY26" fmla="*/ 15487 h 417252"/>
                  <a:gd name="connsiteX27" fmla="*/ 417106 w 448002"/>
                  <a:gd name="connsiteY27" fmla="*/ 15487 h 417252"/>
                  <a:gd name="connsiteX28" fmla="*/ 432555 w 448002"/>
                  <a:gd name="connsiteY28" fmla="*/ 30935 h 417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48002" h="417252">
                    <a:moveTo>
                      <a:pt x="417106" y="0"/>
                    </a:moveTo>
                    <a:lnTo>
                      <a:pt x="30897" y="0"/>
                    </a:lnTo>
                    <a:cubicBezTo>
                      <a:pt x="13854" y="51"/>
                      <a:pt x="51" y="13854"/>
                      <a:pt x="0" y="30897"/>
                    </a:cubicBezTo>
                    <a:lnTo>
                      <a:pt x="0" y="309114"/>
                    </a:lnTo>
                    <a:cubicBezTo>
                      <a:pt x="55" y="326155"/>
                      <a:pt x="13856" y="339956"/>
                      <a:pt x="30897" y="340011"/>
                    </a:cubicBezTo>
                    <a:lnTo>
                      <a:pt x="185381" y="340011"/>
                    </a:lnTo>
                    <a:lnTo>
                      <a:pt x="185381" y="401805"/>
                    </a:lnTo>
                    <a:lnTo>
                      <a:pt x="108139" y="401805"/>
                    </a:lnTo>
                    <a:lnTo>
                      <a:pt x="108139" y="417253"/>
                    </a:lnTo>
                    <a:lnTo>
                      <a:pt x="339864" y="417253"/>
                    </a:lnTo>
                    <a:lnTo>
                      <a:pt x="339864" y="401805"/>
                    </a:lnTo>
                    <a:lnTo>
                      <a:pt x="262622" y="401805"/>
                    </a:lnTo>
                    <a:lnTo>
                      <a:pt x="262622" y="340011"/>
                    </a:lnTo>
                    <a:lnTo>
                      <a:pt x="417106" y="340011"/>
                    </a:lnTo>
                    <a:cubicBezTo>
                      <a:pt x="434147" y="339956"/>
                      <a:pt x="447948" y="326155"/>
                      <a:pt x="448003" y="309114"/>
                    </a:cubicBezTo>
                    <a:lnTo>
                      <a:pt x="448003" y="30935"/>
                    </a:lnTo>
                    <a:cubicBezTo>
                      <a:pt x="447974" y="13877"/>
                      <a:pt x="434164" y="51"/>
                      <a:pt x="417106" y="0"/>
                    </a:cubicBezTo>
                    <a:close/>
                    <a:moveTo>
                      <a:pt x="247174" y="401835"/>
                    </a:moveTo>
                    <a:lnTo>
                      <a:pt x="200829" y="401835"/>
                    </a:lnTo>
                    <a:lnTo>
                      <a:pt x="200829" y="340042"/>
                    </a:lnTo>
                    <a:lnTo>
                      <a:pt x="247174" y="340042"/>
                    </a:lnTo>
                    <a:close/>
                    <a:moveTo>
                      <a:pt x="432555" y="309145"/>
                    </a:moveTo>
                    <a:cubicBezTo>
                      <a:pt x="432555" y="317677"/>
                      <a:pt x="425638" y="324594"/>
                      <a:pt x="417106" y="324594"/>
                    </a:cubicBezTo>
                    <a:lnTo>
                      <a:pt x="30897" y="324594"/>
                    </a:lnTo>
                    <a:cubicBezTo>
                      <a:pt x="22365" y="324594"/>
                      <a:pt x="15448" y="317677"/>
                      <a:pt x="15448" y="309145"/>
                    </a:cubicBezTo>
                    <a:lnTo>
                      <a:pt x="15448" y="30935"/>
                    </a:lnTo>
                    <a:cubicBezTo>
                      <a:pt x="15448" y="22403"/>
                      <a:pt x="22365" y="15487"/>
                      <a:pt x="30897" y="15487"/>
                    </a:cubicBezTo>
                    <a:lnTo>
                      <a:pt x="417106" y="15487"/>
                    </a:lnTo>
                    <a:cubicBezTo>
                      <a:pt x="425638" y="15487"/>
                      <a:pt x="432555" y="22403"/>
                      <a:pt x="432555" y="30935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76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2" name="Freihandform: Form 151">
                <a:extLst>
                  <a:ext uri="{FF2B5EF4-FFF2-40B4-BE49-F238E27FC236}">
                    <a16:creationId xmlns:a16="http://schemas.microsoft.com/office/drawing/2014/main" id="{741948B5-8536-A775-0CF8-9C107FDB19B2}"/>
                  </a:ext>
                </a:extLst>
              </p:cNvPr>
              <p:cNvSpPr/>
              <p:nvPr/>
            </p:nvSpPr>
            <p:spPr>
              <a:xfrm>
                <a:off x="7892078" y="5507509"/>
                <a:ext cx="216277" cy="417106"/>
              </a:xfrm>
              <a:custGeom>
                <a:avLst/>
                <a:gdLst>
                  <a:gd name="connsiteX0" fmla="*/ 185381 w 216277"/>
                  <a:gd name="connsiteY0" fmla="*/ 0 h 417106"/>
                  <a:gd name="connsiteX1" fmla="*/ 30897 w 216277"/>
                  <a:gd name="connsiteY1" fmla="*/ 0 h 417106"/>
                  <a:gd name="connsiteX2" fmla="*/ 0 w 216277"/>
                  <a:gd name="connsiteY2" fmla="*/ 30897 h 417106"/>
                  <a:gd name="connsiteX3" fmla="*/ 0 w 216277"/>
                  <a:gd name="connsiteY3" fmla="*/ 386209 h 417106"/>
                  <a:gd name="connsiteX4" fmla="*/ 30897 w 216277"/>
                  <a:gd name="connsiteY4" fmla="*/ 417106 h 417106"/>
                  <a:gd name="connsiteX5" fmla="*/ 185381 w 216277"/>
                  <a:gd name="connsiteY5" fmla="*/ 417106 h 417106"/>
                  <a:gd name="connsiteX6" fmla="*/ 216277 w 216277"/>
                  <a:gd name="connsiteY6" fmla="*/ 386209 h 417106"/>
                  <a:gd name="connsiteX7" fmla="*/ 216277 w 216277"/>
                  <a:gd name="connsiteY7" fmla="*/ 30897 h 417106"/>
                  <a:gd name="connsiteX8" fmla="*/ 185381 w 216277"/>
                  <a:gd name="connsiteY8" fmla="*/ 0 h 417106"/>
                  <a:gd name="connsiteX9" fmla="*/ 200829 w 216277"/>
                  <a:gd name="connsiteY9" fmla="*/ 386209 h 417106"/>
                  <a:gd name="connsiteX10" fmla="*/ 185381 w 216277"/>
                  <a:gd name="connsiteY10" fmla="*/ 401658 h 417106"/>
                  <a:gd name="connsiteX11" fmla="*/ 30897 w 216277"/>
                  <a:gd name="connsiteY11" fmla="*/ 401658 h 417106"/>
                  <a:gd name="connsiteX12" fmla="*/ 15448 w 216277"/>
                  <a:gd name="connsiteY12" fmla="*/ 386209 h 417106"/>
                  <a:gd name="connsiteX13" fmla="*/ 15448 w 216277"/>
                  <a:gd name="connsiteY13" fmla="*/ 30897 h 417106"/>
                  <a:gd name="connsiteX14" fmla="*/ 30897 w 216277"/>
                  <a:gd name="connsiteY14" fmla="*/ 15448 h 417106"/>
                  <a:gd name="connsiteX15" fmla="*/ 185381 w 216277"/>
                  <a:gd name="connsiteY15" fmla="*/ 15448 h 417106"/>
                  <a:gd name="connsiteX16" fmla="*/ 200829 w 216277"/>
                  <a:gd name="connsiteY16" fmla="*/ 30897 h 417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16277" h="417106">
                    <a:moveTo>
                      <a:pt x="185381" y="0"/>
                    </a:moveTo>
                    <a:lnTo>
                      <a:pt x="30897" y="0"/>
                    </a:lnTo>
                    <a:cubicBezTo>
                      <a:pt x="13833" y="0"/>
                      <a:pt x="0" y="13833"/>
                      <a:pt x="0" y="30897"/>
                    </a:cubicBezTo>
                    <a:lnTo>
                      <a:pt x="0" y="386209"/>
                    </a:lnTo>
                    <a:cubicBezTo>
                      <a:pt x="0" y="403273"/>
                      <a:pt x="13833" y="417106"/>
                      <a:pt x="30897" y="417106"/>
                    </a:cubicBezTo>
                    <a:lnTo>
                      <a:pt x="185381" y="417106"/>
                    </a:lnTo>
                    <a:cubicBezTo>
                      <a:pt x="202444" y="417106"/>
                      <a:pt x="216277" y="403273"/>
                      <a:pt x="216277" y="386209"/>
                    </a:cubicBezTo>
                    <a:lnTo>
                      <a:pt x="216277" y="30897"/>
                    </a:lnTo>
                    <a:cubicBezTo>
                      <a:pt x="216277" y="13833"/>
                      <a:pt x="202444" y="0"/>
                      <a:pt x="185381" y="0"/>
                    </a:cubicBezTo>
                    <a:close/>
                    <a:moveTo>
                      <a:pt x="200829" y="386209"/>
                    </a:moveTo>
                    <a:cubicBezTo>
                      <a:pt x="200829" y="394742"/>
                      <a:pt x="193913" y="401658"/>
                      <a:pt x="185381" y="401658"/>
                    </a:cubicBezTo>
                    <a:lnTo>
                      <a:pt x="30897" y="401658"/>
                    </a:lnTo>
                    <a:cubicBezTo>
                      <a:pt x="22365" y="401658"/>
                      <a:pt x="15448" y="394742"/>
                      <a:pt x="15448" y="386209"/>
                    </a:cubicBezTo>
                    <a:lnTo>
                      <a:pt x="15448" y="30897"/>
                    </a:lnTo>
                    <a:cubicBezTo>
                      <a:pt x="15448" y="22365"/>
                      <a:pt x="22365" y="15448"/>
                      <a:pt x="30897" y="15448"/>
                    </a:cubicBezTo>
                    <a:lnTo>
                      <a:pt x="185381" y="15448"/>
                    </a:lnTo>
                    <a:cubicBezTo>
                      <a:pt x="193913" y="15448"/>
                      <a:pt x="200829" y="22365"/>
                      <a:pt x="200829" y="30897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76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3" name="Freihandform: Form 152">
                <a:extLst>
                  <a:ext uri="{FF2B5EF4-FFF2-40B4-BE49-F238E27FC236}">
                    <a16:creationId xmlns:a16="http://schemas.microsoft.com/office/drawing/2014/main" id="{87BA5B99-6BD2-1839-0F5B-FC5732D36326}"/>
                  </a:ext>
                </a:extLst>
              </p:cNvPr>
              <p:cNvSpPr/>
              <p:nvPr/>
            </p:nvSpPr>
            <p:spPr>
              <a:xfrm>
                <a:off x="7938423" y="5569303"/>
                <a:ext cx="123587" cy="15448"/>
              </a:xfrm>
              <a:custGeom>
                <a:avLst/>
                <a:gdLst>
                  <a:gd name="connsiteX0" fmla="*/ 0 w 123587"/>
                  <a:gd name="connsiteY0" fmla="*/ 0 h 15448"/>
                  <a:gd name="connsiteX1" fmla="*/ 123587 w 123587"/>
                  <a:gd name="connsiteY1" fmla="*/ 0 h 15448"/>
                  <a:gd name="connsiteX2" fmla="*/ 123587 w 123587"/>
                  <a:gd name="connsiteY2" fmla="*/ 15448 h 15448"/>
                  <a:gd name="connsiteX3" fmla="*/ 0 w 123587"/>
                  <a:gd name="connsiteY3" fmla="*/ 15448 h 154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3587" h="15448">
                    <a:moveTo>
                      <a:pt x="0" y="0"/>
                    </a:moveTo>
                    <a:lnTo>
                      <a:pt x="123587" y="0"/>
                    </a:lnTo>
                    <a:lnTo>
                      <a:pt x="123587" y="15448"/>
                    </a:lnTo>
                    <a:lnTo>
                      <a:pt x="0" y="15448"/>
                    </a:ln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76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4" name="Freihandform: Form 153">
                <a:extLst>
                  <a:ext uri="{FF2B5EF4-FFF2-40B4-BE49-F238E27FC236}">
                    <a16:creationId xmlns:a16="http://schemas.microsoft.com/office/drawing/2014/main" id="{B7419E5B-B074-C660-C87D-3D7ED7DFEBFD}"/>
                  </a:ext>
                </a:extLst>
              </p:cNvPr>
              <p:cNvSpPr/>
              <p:nvPr/>
            </p:nvSpPr>
            <p:spPr>
              <a:xfrm>
                <a:off x="7938423" y="5615648"/>
                <a:ext cx="123587" cy="15448"/>
              </a:xfrm>
              <a:custGeom>
                <a:avLst/>
                <a:gdLst>
                  <a:gd name="connsiteX0" fmla="*/ 0 w 123587"/>
                  <a:gd name="connsiteY0" fmla="*/ 0 h 15448"/>
                  <a:gd name="connsiteX1" fmla="*/ 123587 w 123587"/>
                  <a:gd name="connsiteY1" fmla="*/ 0 h 15448"/>
                  <a:gd name="connsiteX2" fmla="*/ 123587 w 123587"/>
                  <a:gd name="connsiteY2" fmla="*/ 15448 h 15448"/>
                  <a:gd name="connsiteX3" fmla="*/ 0 w 123587"/>
                  <a:gd name="connsiteY3" fmla="*/ 15448 h 154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3587" h="15448">
                    <a:moveTo>
                      <a:pt x="0" y="0"/>
                    </a:moveTo>
                    <a:lnTo>
                      <a:pt x="123587" y="0"/>
                    </a:lnTo>
                    <a:lnTo>
                      <a:pt x="123587" y="15448"/>
                    </a:lnTo>
                    <a:lnTo>
                      <a:pt x="0" y="15448"/>
                    </a:ln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76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5" name="Freihandform: Form 154">
                <a:extLst>
                  <a:ext uri="{FF2B5EF4-FFF2-40B4-BE49-F238E27FC236}">
                    <a16:creationId xmlns:a16="http://schemas.microsoft.com/office/drawing/2014/main" id="{42304DF7-A975-0553-D850-2BDF9C9A80E6}"/>
                  </a:ext>
                </a:extLst>
              </p:cNvPr>
              <p:cNvSpPr/>
              <p:nvPr/>
            </p:nvSpPr>
            <p:spPr>
              <a:xfrm>
                <a:off x="7988630" y="5839649"/>
                <a:ext cx="23172" cy="23172"/>
              </a:xfrm>
              <a:custGeom>
                <a:avLst/>
                <a:gdLst>
                  <a:gd name="connsiteX0" fmla="*/ 23173 w 23172"/>
                  <a:gd name="connsiteY0" fmla="*/ 11586 h 23172"/>
                  <a:gd name="connsiteX1" fmla="*/ 11586 w 23172"/>
                  <a:gd name="connsiteY1" fmla="*/ 23173 h 23172"/>
                  <a:gd name="connsiteX2" fmla="*/ 0 w 23172"/>
                  <a:gd name="connsiteY2" fmla="*/ 11586 h 23172"/>
                  <a:gd name="connsiteX3" fmla="*/ 11586 w 23172"/>
                  <a:gd name="connsiteY3" fmla="*/ 0 h 23172"/>
                  <a:gd name="connsiteX4" fmla="*/ 23173 w 23172"/>
                  <a:gd name="connsiteY4" fmla="*/ 11586 h 231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172" h="23172">
                    <a:moveTo>
                      <a:pt x="23173" y="11586"/>
                    </a:moveTo>
                    <a:cubicBezTo>
                      <a:pt x="23173" y="17985"/>
                      <a:pt x="17985" y="23173"/>
                      <a:pt x="11586" y="23173"/>
                    </a:cubicBezTo>
                    <a:cubicBezTo>
                      <a:pt x="5187" y="23173"/>
                      <a:pt x="0" y="17985"/>
                      <a:pt x="0" y="11586"/>
                    </a:cubicBezTo>
                    <a:cubicBezTo>
                      <a:pt x="0" y="5187"/>
                      <a:pt x="5187" y="0"/>
                      <a:pt x="11586" y="0"/>
                    </a:cubicBezTo>
                    <a:cubicBezTo>
                      <a:pt x="17985" y="0"/>
                      <a:pt x="23173" y="5187"/>
                      <a:pt x="23173" y="11586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76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52" name="Rechteck 51">
            <a:extLst>
              <a:ext uri="{FF2B5EF4-FFF2-40B4-BE49-F238E27FC236}">
                <a16:creationId xmlns:a16="http://schemas.microsoft.com/office/drawing/2014/main" id="{B418F280-8418-99FE-8FF8-BEFC48C3A3D5}"/>
              </a:ext>
            </a:extLst>
          </p:cNvPr>
          <p:cNvSpPr/>
          <p:nvPr/>
        </p:nvSpPr>
        <p:spPr>
          <a:xfrm>
            <a:off x="3544664" y="1886222"/>
            <a:ext cx="4381438" cy="889905"/>
          </a:xfrm>
          <a:prstGeom prst="rect">
            <a:avLst/>
          </a:prstGeom>
          <a:solidFill>
            <a:srgbClr val="4472C4">
              <a:lumMod val="40000"/>
              <a:lumOff val="60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tIns="0"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SAP Public Cloud (BTP)</a:t>
            </a: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32D5E76D-ABBE-7EBC-6AFE-928D809B3BAA}"/>
              </a:ext>
            </a:extLst>
          </p:cNvPr>
          <p:cNvSpPr/>
          <p:nvPr/>
        </p:nvSpPr>
        <p:spPr>
          <a:xfrm>
            <a:off x="5090071" y="2110290"/>
            <a:ext cx="1527268" cy="569239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40C5AF1A-C99E-B4AC-DF78-FB74FE363380}"/>
              </a:ext>
            </a:extLst>
          </p:cNvPr>
          <p:cNvSpPr/>
          <p:nvPr/>
        </p:nvSpPr>
        <p:spPr>
          <a:xfrm>
            <a:off x="4499545" y="4930531"/>
            <a:ext cx="1214782" cy="565531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lIns="36000" tIns="36000" rIns="36000" bIns="21600" rtlCol="0" anchor="b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S/4HANA ERP</a:t>
            </a:r>
          </a:p>
        </p:txBody>
      </p:sp>
      <p:pic>
        <p:nvPicPr>
          <p:cNvPr id="59" name="Picture 8" descr="SAP – Wikipedia">
            <a:extLst>
              <a:ext uri="{FF2B5EF4-FFF2-40B4-BE49-F238E27FC236}">
                <a16:creationId xmlns:a16="http://schemas.microsoft.com/office/drawing/2014/main" id="{C2D90EC6-C518-E9F8-08CE-2AB9226A0B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6599" y="4937466"/>
            <a:ext cx="355352" cy="175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Rechteck 60">
            <a:extLst>
              <a:ext uri="{FF2B5EF4-FFF2-40B4-BE49-F238E27FC236}">
                <a16:creationId xmlns:a16="http://schemas.microsoft.com/office/drawing/2014/main" id="{457D03AB-66FF-7C7C-FD76-756CA95E0374}"/>
              </a:ext>
            </a:extLst>
          </p:cNvPr>
          <p:cNvSpPr/>
          <p:nvPr/>
        </p:nvSpPr>
        <p:spPr>
          <a:xfrm>
            <a:off x="3507993" y="3419330"/>
            <a:ext cx="2136667" cy="132087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CE20A15B-F620-B7DD-FAEA-0654D7CDF113}"/>
              </a:ext>
            </a:extLst>
          </p:cNvPr>
          <p:cNvSpPr/>
          <p:nvPr/>
        </p:nvSpPr>
        <p:spPr bwMode="gray">
          <a:xfrm>
            <a:off x="6539896" y="3020414"/>
            <a:ext cx="1768931" cy="103781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 cmpd="sng" algn="ctr">
            <a:solidFill>
              <a:schemeClr val="bg2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none" rtlCol="0" anchor="ctr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                                                                                                     </a:t>
            </a:r>
          </a:p>
        </p:txBody>
      </p:sp>
      <p:cxnSp>
        <p:nvCxnSpPr>
          <p:cNvPr id="1145" name="Verbinder: gewinkelt 1144">
            <a:extLst>
              <a:ext uri="{FF2B5EF4-FFF2-40B4-BE49-F238E27FC236}">
                <a16:creationId xmlns:a16="http://schemas.microsoft.com/office/drawing/2014/main" id="{967C75DF-AEF3-6B86-CCE3-6E39B4D8E1DD}"/>
              </a:ext>
            </a:extLst>
          </p:cNvPr>
          <p:cNvCxnSpPr>
            <a:cxnSpLocks/>
            <a:stCxn id="27" idx="1"/>
            <a:endCxn id="1136" idx="3"/>
          </p:cNvCxnSpPr>
          <p:nvPr/>
        </p:nvCxnSpPr>
        <p:spPr>
          <a:xfrm rot="16200000" flipV="1">
            <a:off x="6198491" y="2475323"/>
            <a:ext cx="726383" cy="722871"/>
          </a:xfrm>
          <a:prstGeom prst="bentConnector2">
            <a:avLst/>
          </a:prstGeom>
          <a:ln w="19050">
            <a:solidFill>
              <a:srgbClr val="0070C0"/>
            </a:solidFill>
            <a:prstDash val="solid"/>
            <a:headEnd type="triangl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5" name="Textfeld 1024">
            <a:extLst>
              <a:ext uri="{FF2B5EF4-FFF2-40B4-BE49-F238E27FC236}">
                <a16:creationId xmlns:a16="http://schemas.microsoft.com/office/drawing/2014/main" id="{D379825A-637B-098A-99BA-F87CC3BFD05E}"/>
              </a:ext>
            </a:extLst>
          </p:cNvPr>
          <p:cNvSpPr txBox="1"/>
          <p:nvPr/>
        </p:nvSpPr>
        <p:spPr>
          <a:xfrm>
            <a:off x="6722727" y="3831360"/>
            <a:ext cx="1383077" cy="2616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marR="0" lvl="0" indent="0" algn="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ADAC Data Portal</a:t>
            </a:r>
          </a:p>
        </p:txBody>
      </p:sp>
      <p:cxnSp>
        <p:nvCxnSpPr>
          <p:cNvPr id="1226" name="Verbinder: gewinkelt 1225">
            <a:extLst>
              <a:ext uri="{FF2B5EF4-FFF2-40B4-BE49-F238E27FC236}">
                <a16:creationId xmlns:a16="http://schemas.microsoft.com/office/drawing/2014/main" id="{D67FFA86-8916-EAB6-49C7-ED518EF294B3}"/>
              </a:ext>
            </a:extLst>
          </p:cNvPr>
          <p:cNvCxnSpPr>
            <a:cxnSpLocks/>
            <a:stCxn id="1053" idx="2"/>
          </p:cNvCxnSpPr>
          <p:nvPr/>
        </p:nvCxnSpPr>
        <p:spPr>
          <a:xfrm rot="10800000" flipH="1" flipV="1">
            <a:off x="3907142" y="3794394"/>
            <a:ext cx="1118309" cy="1308525"/>
          </a:xfrm>
          <a:prstGeom prst="bentConnector4">
            <a:avLst>
              <a:gd name="adj1" fmla="val -40772"/>
              <a:gd name="adj2" fmla="val 79255"/>
            </a:avLst>
          </a:prstGeom>
          <a:ln w="19050">
            <a:solidFill>
              <a:srgbClr val="0070C0"/>
            </a:solidFill>
            <a:prstDash val="solid"/>
            <a:headEnd type="triangl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7" name="Verbinder: gewinkelt 1226">
            <a:extLst>
              <a:ext uri="{FF2B5EF4-FFF2-40B4-BE49-F238E27FC236}">
                <a16:creationId xmlns:a16="http://schemas.microsoft.com/office/drawing/2014/main" id="{625C0640-1014-1EDD-501A-FCDCB88C8302}"/>
              </a:ext>
            </a:extLst>
          </p:cNvPr>
          <p:cNvCxnSpPr>
            <a:cxnSpLocks/>
            <a:endCxn id="133" idx="4"/>
          </p:cNvCxnSpPr>
          <p:nvPr/>
        </p:nvCxnSpPr>
        <p:spPr>
          <a:xfrm rot="5400000" flipH="1" flipV="1">
            <a:off x="4676681" y="4516809"/>
            <a:ext cx="1154853" cy="14759"/>
          </a:xfrm>
          <a:prstGeom prst="bentConnector4">
            <a:avLst>
              <a:gd name="adj1" fmla="val 22909"/>
              <a:gd name="adj2" fmla="val 3155451"/>
            </a:avLst>
          </a:prstGeom>
          <a:ln w="19050">
            <a:solidFill>
              <a:srgbClr val="0070C0"/>
            </a:solidFill>
            <a:prstDash val="solid"/>
            <a:headEnd type="triangl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97D4018B-136B-4040-5E8C-9A7ED8F772E5}"/>
              </a:ext>
            </a:extLst>
          </p:cNvPr>
          <p:cNvSpPr txBox="1"/>
          <p:nvPr/>
        </p:nvSpPr>
        <p:spPr>
          <a:xfrm>
            <a:off x="3507709" y="4459490"/>
            <a:ext cx="2136666" cy="2616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PCE Azure File Storage</a:t>
            </a:r>
          </a:p>
        </p:txBody>
      </p:sp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69C75A2A-6E5B-F92F-88C2-F0B1E3785420}"/>
              </a:ext>
            </a:extLst>
          </p:cNvPr>
          <p:cNvGrpSpPr/>
          <p:nvPr/>
        </p:nvGrpSpPr>
        <p:grpSpPr>
          <a:xfrm>
            <a:off x="7035494" y="4141529"/>
            <a:ext cx="890608" cy="335993"/>
            <a:chOff x="7644422" y="4954490"/>
            <a:chExt cx="890608" cy="335993"/>
          </a:xfrm>
        </p:grpSpPr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72BCDF5D-47FB-9FAA-EC66-62554FDE1249}"/>
                </a:ext>
              </a:extLst>
            </p:cNvPr>
            <p:cNvSpPr/>
            <p:nvPr/>
          </p:nvSpPr>
          <p:spPr bwMode="gray">
            <a:xfrm>
              <a:off x="7644422" y="4954490"/>
              <a:ext cx="890608" cy="335993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12700" cmpd="sng" algn="ctr">
              <a:solidFill>
                <a:schemeClr val="bg2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rtlCol="0" anchor="ctr" anchorCtr="0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81" name="Textfeld 80">
              <a:extLst>
                <a:ext uri="{FF2B5EF4-FFF2-40B4-BE49-F238E27FC236}">
                  <a16:creationId xmlns:a16="http://schemas.microsoft.com/office/drawing/2014/main" id="{949ADD8A-8861-B96A-B319-B0360E273D0B}"/>
                </a:ext>
              </a:extLst>
            </p:cNvPr>
            <p:cNvSpPr txBox="1"/>
            <p:nvPr/>
          </p:nvSpPr>
          <p:spPr>
            <a:xfrm>
              <a:off x="7848819" y="4961362"/>
              <a:ext cx="494887" cy="188257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Aptos" panose="020B0004020202020204" pitchFamily="34" charset="0"/>
                  <a:cs typeface="Aptos" panose="020B0004020202020204" pitchFamily="34" charset="0"/>
                </a:rPr>
                <a:t>UAC</a:t>
              </a:r>
              <a:endParaRPr kumimoji="0" lang="de-DE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de-DE" sz="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endParaRPr>
            </a:p>
          </p:txBody>
        </p:sp>
      </p:grpSp>
      <p:sp>
        <p:nvSpPr>
          <p:cNvPr id="1050" name="Textfeld 1049">
            <a:extLst>
              <a:ext uri="{FF2B5EF4-FFF2-40B4-BE49-F238E27FC236}">
                <a16:creationId xmlns:a16="http://schemas.microsoft.com/office/drawing/2014/main" id="{BA05292E-FB57-B504-28B0-05A1EE27D2E7}"/>
              </a:ext>
            </a:extLst>
          </p:cNvPr>
          <p:cNvSpPr txBox="1"/>
          <p:nvPr/>
        </p:nvSpPr>
        <p:spPr>
          <a:xfrm>
            <a:off x="5392132" y="2146192"/>
            <a:ext cx="1225207" cy="138499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de-DE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rPr>
              <a:t>SAP Integration Suite</a:t>
            </a:r>
          </a:p>
        </p:txBody>
      </p: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90760FAB-2996-DA17-9797-EA3AC64E684E}"/>
              </a:ext>
            </a:extLst>
          </p:cNvPr>
          <p:cNvGrpSpPr/>
          <p:nvPr/>
        </p:nvGrpSpPr>
        <p:grpSpPr>
          <a:xfrm>
            <a:off x="6810741" y="3199950"/>
            <a:ext cx="356288" cy="353050"/>
            <a:chOff x="6809312" y="4305955"/>
            <a:chExt cx="356288" cy="353050"/>
          </a:xfrm>
        </p:grpSpPr>
        <p:sp>
          <p:nvSpPr>
            <p:cNvPr id="27" name="Zylinder 26">
              <a:extLst>
                <a:ext uri="{FF2B5EF4-FFF2-40B4-BE49-F238E27FC236}">
                  <a16:creationId xmlns:a16="http://schemas.microsoft.com/office/drawing/2014/main" id="{DAFB0289-2477-DE19-7A3D-A2B1A12E82B9}"/>
                </a:ext>
              </a:extLst>
            </p:cNvPr>
            <p:cNvSpPr/>
            <p:nvPr/>
          </p:nvSpPr>
          <p:spPr bwMode="gray">
            <a:xfrm>
              <a:off x="6809312" y="4305955"/>
              <a:ext cx="224752" cy="192110"/>
            </a:xfrm>
            <a:prstGeom prst="can">
              <a:avLst/>
            </a:prstGeom>
            <a:solidFill>
              <a:schemeClr val="bg1">
                <a:lumMod val="85000"/>
              </a:schemeClr>
            </a:solidFill>
            <a:ln w="9525" cmpd="sng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28" name="Zylinder 27">
              <a:extLst>
                <a:ext uri="{FF2B5EF4-FFF2-40B4-BE49-F238E27FC236}">
                  <a16:creationId xmlns:a16="http://schemas.microsoft.com/office/drawing/2014/main" id="{0B55B3A6-D9DB-18C1-059D-9A99409849DA}"/>
                </a:ext>
              </a:extLst>
            </p:cNvPr>
            <p:cNvSpPr/>
            <p:nvPr/>
          </p:nvSpPr>
          <p:spPr bwMode="gray">
            <a:xfrm>
              <a:off x="6867097" y="4386807"/>
              <a:ext cx="224752" cy="192110"/>
            </a:xfrm>
            <a:prstGeom prst="can">
              <a:avLst/>
            </a:prstGeom>
            <a:solidFill>
              <a:schemeClr val="bg1">
                <a:lumMod val="85000"/>
              </a:schemeClr>
            </a:solidFill>
            <a:ln w="9525" cmpd="sng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29" name="Zylinder 28">
              <a:extLst>
                <a:ext uri="{FF2B5EF4-FFF2-40B4-BE49-F238E27FC236}">
                  <a16:creationId xmlns:a16="http://schemas.microsoft.com/office/drawing/2014/main" id="{8B3B9F5B-00A8-F29C-061C-1989B437539F}"/>
                </a:ext>
              </a:extLst>
            </p:cNvPr>
            <p:cNvSpPr/>
            <p:nvPr/>
          </p:nvSpPr>
          <p:spPr bwMode="gray">
            <a:xfrm>
              <a:off x="6940848" y="4466895"/>
              <a:ext cx="224752" cy="192110"/>
            </a:xfrm>
            <a:prstGeom prst="can">
              <a:avLst/>
            </a:prstGeom>
            <a:solidFill>
              <a:schemeClr val="bg1">
                <a:lumMod val="85000"/>
              </a:schemeClr>
            </a:solidFill>
            <a:ln w="9525" cmpd="sng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endParaRP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0E6CA8E4-FED7-371A-B08B-926997DB73C8}"/>
              </a:ext>
            </a:extLst>
          </p:cNvPr>
          <p:cNvGrpSpPr/>
          <p:nvPr/>
        </p:nvGrpSpPr>
        <p:grpSpPr>
          <a:xfrm>
            <a:off x="7701350" y="3191243"/>
            <a:ext cx="356288" cy="353050"/>
            <a:chOff x="6809312" y="4305955"/>
            <a:chExt cx="356288" cy="353050"/>
          </a:xfrm>
        </p:grpSpPr>
        <p:sp>
          <p:nvSpPr>
            <p:cNvPr id="33" name="Zylinder 32">
              <a:extLst>
                <a:ext uri="{FF2B5EF4-FFF2-40B4-BE49-F238E27FC236}">
                  <a16:creationId xmlns:a16="http://schemas.microsoft.com/office/drawing/2014/main" id="{975D4920-F788-D35F-6A07-1CBF557DB9ED}"/>
                </a:ext>
              </a:extLst>
            </p:cNvPr>
            <p:cNvSpPr/>
            <p:nvPr/>
          </p:nvSpPr>
          <p:spPr bwMode="gray">
            <a:xfrm>
              <a:off x="6809312" y="4305955"/>
              <a:ext cx="224752" cy="192110"/>
            </a:xfrm>
            <a:prstGeom prst="can">
              <a:avLst/>
            </a:prstGeom>
            <a:solidFill>
              <a:schemeClr val="bg1">
                <a:lumMod val="85000"/>
              </a:schemeClr>
            </a:solidFill>
            <a:ln w="9525" cmpd="sng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34" name="Zylinder 33">
              <a:extLst>
                <a:ext uri="{FF2B5EF4-FFF2-40B4-BE49-F238E27FC236}">
                  <a16:creationId xmlns:a16="http://schemas.microsoft.com/office/drawing/2014/main" id="{CAB7484E-5C1F-27C3-2A91-45A39173E3BD}"/>
                </a:ext>
              </a:extLst>
            </p:cNvPr>
            <p:cNvSpPr/>
            <p:nvPr/>
          </p:nvSpPr>
          <p:spPr bwMode="gray">
            <a:xfrm>
              <a:off x="6867097" y="4386807"/>
              <a:ext cx="224752" cy="192110"/>
            </a:xfrm>
            <a:prstGeom prst="can">
              <a:avLst/>
            </a:prstGeom>
            <a:solidFill>
              <a:schemeClr val="bg1">
                <a:lumMod val="85000"/>
              </a:schemeClr>
            </a:solidFill>
            <a:ln w="9525" cmpd="sng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35" name="Zylinder 34">
              <a:extLst>
                <a:ext uri="{FF2B5EF4-FFF2-40B4-BE49-F238E27FC236}">
                  <a16:creationId xmlns:a16="http://schemas.microsoft.com/office/drawing/2014/main" id="{492444C7-EBD8-80FB-9B28-CC68D84DCAAA}"/>
                </a:ext>
              </a:extLst>
            </p:cNvPr>
            <p:cNvSpPr/>
            <p:nvPr/>
          </p:nvSpPr>
          <p:spPr bwMode="gray">
            <a:xfrm>
              <a:off x="6940848" y="4466895"/>
              <a:ext cx="224752" cy="192110"/>
            </a:xfrm>
            <a:prstGeom prst="can">
              <a:avLst/>
            </a:prstGeom>
            <a:solidFill>
              <a:schemeClr val="bg1">
                <a:lumMod val="85000"/>
              </a:schemeClr>
            </a:solidFill>
            <a:ln w="9525" cmpd="sng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endParaRPr>
            </a:p>
          </p:txBody>
        </p:sp>
      </p:grp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AD45834C-5AA0-CB7E-6C9F-02A8284D7AF3}"/>
              </a:ext>
            </a:extLst>
          </p:cNvPr>
          <p:cNvCxnSpPr>
            <a:cxnSpLocks/>
            <a:stCxn id="1126" idx="2"/>
            <a:endCxn id="147" idx="0"/>
          </p:cNvCxnSpPr>
          <p:nvPr/>
        </p:nvCxnSpPr>
        <p:spPr>
          <a:xfrm>
            <a:off x="7490401" y="4444506"/>
            <a:ext cx="1532" cy="495933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headEnd type="triangl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Zylinder 47">
            <a:extLst>
              <a:ext uri="{FF2B5EF4-FFF2-40B4-BE49-F238E27FC236}">
                <a16:creationId xmlns:a16="http://schemas.microsoft.com/office/drawing/2014/main" id="{557E11F7-1E6A-0737-A791-BE9B503AD986}"/>
              </a:ext>
            </a:extLst>
          </p:cNvPr>
          <p:cNvSpPr/>
          <p:nvPr/>
        </p:nvSpPr>
        <p:spPr bwMode="gray">
          <a:xfrm>
            <a:off x="7374959" y="4599730"/>
            <a:ext cx="224752" cy="192110"/>
          </a:xfrm>
          <a:prstGeom prst="can">
            <a:avLst/>
          </a:prstGeom>
          <a:solidFill>
            <a:schemeClr val="bg1">
              <a:lumMod val="85000"/>
            </a:schemeClr>
          </a:solidFill>
          <a:ln w="9525" cmpd="sng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none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Calibri" charset="0"/>
              <a:cs typeface="Calibri" charset="0"/>
            </a:endParaRPr>
          </a:p>
        </p:txBody>
      </p:sp>
      <p:cxnSp>
        <p:nvCxnSpPr>
          <p:cNvPr id="62" name="Gerader Verbinder 61">
            <a:extLst>
              <a:ext uri="{FF2B5EF4-FFF2-40B4-BE49-F238E27FC236}">
                <a16:creationId xmlns:a16="http://schemas.microsoft.com/office/drawing/2014/main" id="{D959DB44-86C5-E931-19A8-2657156D34BC}"/>
              </a:ext>
            </a:extLst>
          </p:cNvPr>
          <p:cNvCxnSpPr>
            <a:cxnSpLocks/>
            <a:stCxn id="19" idx="0"/>
            <a:endCxn id="1025" idx="0"/>
          </p:cNvCxnSpPr>
          <p:nvPr/>
        </p:nvCxnSpPr>
        <p:spPr>
          <a:xfrm flipH="1">
            <a:off x="7414266" y="3020414"/>
            <a:ext cx="10096" cy="810946"/>
          </a:xfrm>
          <a:prstGeom prst="line">
            <a:avLst/>
          </a:prstGeom>
          <a:solidFill>
            <a:schemeClr val="bg2">
              <a:lumMod val="40000"/>
              <a:lumOff val="60000"/>
            </a:schemeClr>
          </a:solidFill>
          <a:ln w="9525" cmpd="sng" algn="ctr">
            <a:solidFill>
              <a:schemeClr val="bg2">
                <a:lumMod val="75000"/>
              </a:schemeClr>
            </a:solidFill>
            <a:miter lim="800000"/>
            <a:headEnd/>
            <a:tailEnd/>
          </a:ln>
          <a:effectLst/>
        </p:spPr>
      </p:cxnSp>
      <p:sp>
        <p:nvSpPr>
          <p:cNvPr id="69" name="Textfeld 68">
            <a:extLst>
              <a:ext uri="{FF2B5EF4-FFF2-40B4-BE49-F238E27FC236}">
                <a16:creationId xmlns:a16="http://schemas.microsoft.com/office/drawing/2014/main" id="{40E51485-B99F-AB06-94AA-16B8EB6632B1}"/>
              </a:ext>
            </a:extLst>
          </p:cNvPr>
          <p:cNvSpPr txBox="1"/>
          <p:nvPr/>
        </p:nvSpPr>
        <p:spPr>
          <a:xfrm>
            <a:off x="6557249" y="3585681"/>
            <a:ext cx="805223" cy="18825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MBC </a:t>
            </a:r>
            <a:r>
              <a:rPr kumimoji="0" lang="de-DE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Directories</a:t>
            </a:r>
            <a:endParaRPr kumimoji="0" lang="de-DE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de-DE" sz="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Arial Narrow" pitchFamily="34" charset="0"/>
            </a:endParaRPr>
          </a:p>
        </p:txBody>
      </p:sp>
      <p:sp>
        <p:nvSpPr>
          <p:cNvPr id="84" name="Textfeld 83">
            <a:extLst>
              <a:ext uri="{FF2B5EF4-FFF2-40B4-BE49-F238E27FC236}">
                <a16:creationId xmlns:a16="http://schemas.microsoft.com/office/drawing/2014/main" id="{DA705A5E-572A-7B78-1CFC-3F063EE952B7}"/>
              </a:ext>
            </a:extLst>
          </p:cNvPr>
          <p:cNvSpPr txBox="1"/>
          <p:nvPr/>
        </p:nvSpPr>
        <p:spPr>
          <a:xfrm>
            <a:off x="7463983" y="3590517"/>
            <a:ext cx="805223" cy="31136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Interface</a:t>
            </a:r>
            <a:br>
              <a: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</a:br>
            <a:r>
              <a:rPr kumimoji="0" lang="de-DE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Directories</a:t>
            </a:r>
            <a:endParaRPr kumimoji="0" lang="de-DE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de-DE" sz="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Arial Narrow" pitchFamily="34" charset="0"/>
            </a:endParaRPr>
          </a:p>
        </p:txBody>
      </p:sp>
      <p:cxnSp>
        <p:nvCxnSpPr>
          <p:cNvPr id="51" name="Verbinder: gewinkelt 50">
            <a:extLst>
              <a:ext uri="{FF2B5EF4-FFF2-40B4-BE49-F238E27FC236}">
                <a16:creationId xmlns:a16="http://schemas.microsoft.com/office/drawing/2014/main" id="{781D9DED-EDC4-E825-9069-0C49EBCE4A9C}"/>
              </a:ext>
            </a:extLst>
          </p:cNvPr>
          <p:cNvCxnSpPr>
            <a:cxnSpLocks/>
            <a:stCxn id="1126" idx="3"/>
            <a:endCxn id="35" idx="4"/>
          </p:cNvCxnSpPr>
          <p:nvPr/>
        </p:nvCxnSpPr>
        <p:spPr>
          <a:xfrm flipV="1">
            <a:off x="7764708" y="3448238"/>
            <a:ext cx="292930" cy="941786"/>
          </a:xfrm>
          <a:prstGeom prst="bentConnector3">
            <a:avLst>
              <a:gd name="adj1" fmla="val 208345"/>
            </a:avLst>
          </a:prstGeom>
          <a:ln w="19050">
            <a:solidFill>
              <a:schemeClr val="accent2">
                <a:lumMod val="50000"/>
              </a:schemeClr>
            </a:solidFill>
            <a:headEnd type="triangl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Zylinder 44">
            <a:extLst>
              <a:ext uri="{FF2B5EF4-FFF2-40B4-BE49-F238E27FC236}">
                <a16:creationId xmlns:a16="http://schemas.microsoft.com/office/drawing/2014/main" id="{44F34DFC-9527-121C-375A-2E00E084637F}"/>
              </a:ext>
            </a:extLst>
          </p:cNvPr>
          <p:cNvSpPr/>
          <p:nvPr/>
        </p:nvSpPr>
        <p:spPr bwMode="gray">
          <a:xfrm>
            <a:off x="8002075" y="4283028"/>
            <a:ext cx="224752" cy="192110"/>
          </a:xfrm>
          <a:prstGeom prst="can">
            <a:avLst/>
          </a:prstGeom>
          <a:solidFill>
            <a:schemeClr val="bg1">
              <a:lumMod val="85000"/>
            </a:schemeClr>
          </a:solidFill>
          <a:ln w="9525" cmpd="sng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none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Calibri" charset="0"/>
              <a:cs typeface="Calibri" charset="0"/>
            </a:endParaRPr>
          </a:p>
        </p:txBody>
      </p:sp>
      <p:cxnSp>
        <p:nvCxnSpPr>
          <p:cNvPr id="88" name="Verbinder: gewinkelt 87">
            <a:extLst>
              <a:ext uri="{FF2B5EF4-FFF2-40B4-BE49-F238E27FC236}">
                <a16:creationId xmlns:a16="http://schemas.microsoft.com/office/drawing/2014/main" id="{68FA0A20-AD3C-7822-E361-46B029546008}"/>
              </a:ext>
            </a:extLst>
          </p:cNvPr>
          <p:cNvCxnSpPr>
            <a:cxnSpLocks/>
            <a:stCxn id="1128" idx="1"/>
            <a:endCxn id="27" idx="2"/>
          </p:cNvCxnSpPr>
          <p:nvPr/>
        </p:nvCxnSpPr>
        <p:spPr>
          <a:xfrm rot="10800000">
            <a:off x="6810742" y="3296005"/>
            <a:ext cx="358005" cy="1041134"/>
          </a:xfrm>
          <a:prstGeom prst="bentConnector3">
            <a:avLst>
              <a:gd name="adj1" fmla="val 190305"/>
            </a:avLst>
          </a:prstGeom>
          <a:ln w="19050">
            <a:solidFill>
              <a:schemeClr val="accent2">
                <a:lumMod val="50000"/>
              </a:schemeClr>
            </a:solidFill>
            <a:headEnd type="triangl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Zylinder 46">
            <a:extLst>
              <a:ext uri="{FF2B5EF4-FFF2-40B4-BE49-F238E27FC236}">
                <a16:creationId xmlns:a16="http://schemas.microsoft.com/office/drawing/2014/main" id="{3129D793-2656-EAD8-D2A1-37A219501A25}"/>
              </a:ext>
            </a:extLst>
          </p:cNvPr>
          <p:cNvSpPr/>
          <p:nvPr/>
        </p:nvSpPr>
        <p:spPr bwMode="gray">
          <a:xfrm>
            <a:off x="6711550" y="4244723"/>
            <a:ext cx="224752" cy="192110"/>
          </a:xfrm>
          <a:prstGeom prst="can">
            <a:avLst/>
          </a:prstGeom>
          <a:solidFill>
            <a:schemeClr val="bg1">
              <a:lumMod val="85000"/>
            </a:schemeClr>
          </a:solidFill>
          <a:ln w="9525" cmpd="sng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none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Calibri" charset="0"/>
              <a:cs typeface="Calibri" charset="0"/>
            </a:endParaRPr>
          </a:p>
        </p:txBody>
      </p:sp>
      <p:cxnSp>
        <p:nvCxnSpPr>
          <p:cNvPr id="1035" name="Gerader Verbinder 1034">
            <a:extLst>
              <a:ext uri="{FF2B5EF4-FFF2-40B4-BE49-F238E27FC236}">
                <a16:creationId xmlns:a16="http://schemas.microsoft.com/office/drawing/2014/main" id="{B6EBBA73-EC67-9D34-8943-6A3EFA24DC3D}"/>
              </a:ext>
            </a:extLst>
          </p:cNvPr>
          <p:cNvCxnSpPr>
            <a:cxnSpLocks/>
            <a:stCxn id="61" idx="0"/>
            <a:endCxn id="5" idx="0"/>
          </p:cNvCxnSpPr>
          <p:nvPr/>
        </p:nvCxnSpPr>
        <p:spPr>
          <a:xfrm flipH="1">
            <a:off x="4576042" y="3419330"/>
            <a:ext cx="285" cy="1040160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1" name="Gruppieren 1050">
            <a:extLst>
              <a:ext uri="{FF2B5EF4-FFF2-40B4-BE49-F238E27FC236}">
                <a16:creationId xmlns:a16="http://schemas.microsoft.com/office/drawing/2014/main" id="{1EDB2EF5-E5DB-E5FF-F958-534EDD673B75}"/>
              </a:ext>
            </a:extLst>
          </p:cNvPr>
          <p:cNvGrpSpPr/>
          <p:nvPr/>
        </p:nvGrpSpPr>
        <p:grpSpPr>
          <a:xfrm>
            <a:off x="3907143" y="3698340"/>
            <a:ext cx="356288" cy="353050"/>
            <a:chOff x="6809312" y="4305955"/>
            <a:chExt cx="356288" cy="353050"/>
          </a:xfrm>
        </p:grpSpPr>
        <p:sp>
          <p:nvSpPr>
            <p:cNvPr id="1053" name="Zylinder 1052">
              <a:extLst>
                <a:ext uri="{FF2B5EF4-FFF2-40B4-BE49-F238E27FC236}">
                  <a16:creationId xmlns:a16="http://schemas.microsoft.com/office/drawing/2014/main" id="{B44AC82D-16AC-F3C4-202C-026078A04D83}"/>
                </a:ext>
              </a:extLst>
            </p:cNvPr>
            <p:cNvSpPr/>
            <p:nvPr/>
          </p:nvSpPr>
          <p:spPr bwMode="gray">
            <a:xfrm>
              <a:off x="6809312" y="4305955"/>
              <a:ext cx="224752" cy="192110"/>
            </a:xfrm>
            <a:prstGeom prst="can">
              <a:avLst/>
            </a:prstGeom>
            <a:solidFill>
              <a:schemeClr val="bg1">
                <a:lumMod val="85000"/>
              </a:schemeClr>
            </a:solidFill>
            <a:ln w="9525" cmpd="sng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055" name="Zylinder 1054">
              <a:extLst>
                <a:ext uri="{FF2B5EF4-FFF2-40B4-BE49-F238E27FC236}">
                  <a16:creationId xmlns:a16="http://schemas.microsoft.com/office/drawing/2014/main" id="{F4A9D90A-0F6B-5AC4-336A-4346F6096E03}"/>
                </a:ext>
              </a:extLst>
            </p:cNvPr>
            <p:cNvSpPr/>
            <p:nvPr/>
          </p:nvSpPr>
          <p:spPr bwMode="gray">
            <a:xfrm>
              <a:off x="6867097" y="4386807"/>
              <a:ext cx="224752" cy="192110"/>
            </a:xfrm>
            <a:prstGeom prst="can">
              <a:avLst/>
            </a:prstGeom>
            <a:solidFill>
              <a:schemeClr val="bg1">
                <a:lumMod val="85000"/>
              </a:schemeClr>
            </a:solidFill>
            <a:ln w="9525" cmpd="sng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28" name="Zylinder 127">
              <a:extLst>
                <a:ext uri="{FF2B5EF4-FFF2-40B4-BE49-F238E27FC236}">
                  <a16:creationId xmlns:a16="http://schemas.microsoft.com/office/drawing/2014/main" id="{471CFB2E-90BE-8094-25F4-A574214ABFBE}"/>
                </a:ext>
              </a:extLst>
            </p:cNvPr>
            <p:cNvSpPr/>
            <p:nvPr/>
          </p:nvSpPr>
          <p:spPr bwMode="gray">
            <a:xfrm>
              <a:off x="6940848" y="4466895"/>
              <a:ext cx="224752" cy="192110"/>
            </a:xfrm>
            <a:prstGeom prst="can">
              <a:avLst/>
            </a:prstGeom>
            <a:solidFill>
              <a:schemeClr val="bg1">
                <a:lumMod val="85000"/>
              </a:schemeClr>
            </a:solidFill>
            <a:ln w="9525" cmpd="sng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endParaRPr>
            </a:p>
          </p:txBody>
        </p:sp>
      </p:grpSp>
      <p:grpSp>
        <p:nvGrpSpPr>
          <p:cNvPr id="129" name="Gruppieren 128">
            <a:extLst>
              <a:ext uri="{FF2B5EF4-FFF2-40B4-BE49-F238E27FC236}">
                <a16:creationId xmlns:a16="http://schemas.microsoft.com/office/drawing/2014/main" id="{FC4FECE8-9F0E-948E-9302-866E7365401C}"/>
              </a:ext>
            </a:extLst>
          </p:cNvPr>
          <p:cNvGrpSpPr/>
          <p:nvPr/>
        </p:nvGrpSpPr>
        <p:grpSpPr>
          <a:xfrm>
            <a:off x="4905199" y="3689766"/>
            <a:ext cx="356288" cy="353050"/>
            <a:chOff x="6809312" y="4305955"/>
            <a:chExt cx="356288" cy="353050"/>
          </a:xfrm>
        </p:grpSpPr>
        <p:sp>
          <p:nvSpPr>
            <p:cNvPr id="131" name="Zylinder 130">
              <a:extLst>
                <a:ext uri="{FF2B5EF4-FFF2-40B4-BE49-F238E27FC236}">
                  <a16:creationId xmlns:a16="http://schemas.microsoft.com/office/drawing/2014/main" id="{F43B6940-BAEE-09B2-0D53-A9E14EAFDFE5}"/>
                </a:ext>
              </a:extLst>
            </p:cNvPr>
            <p:cNvSpPr/>
            <p:nvPr/>
          </p:nvSpPr>
          <p:spPr bwMode="gray">
            <a:xfrm>
              <a:off x="6809312" y="4305955"/>
              <a:ext cx="224752" cy="192110"/>
            </a:xfrm>
            <a:prstGeom prst="can">
              <a:avLst/>
            </a:prstGeom>
            <a:solidFill>
              <a:schemeClr val="bg1">
                <a:lumMod val="85000"/>
              </a:schemeClr>
            </a:solidFill>
            <a:ln w="9525" cmpd="sng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32" name="Zylinder 131">
              <a:extLst>
                <a:ext uri="{FF2B5EF4-FFF2-40B4-BE49-F238E27FC236}">
                  <a16:creationId xmlns:a16="http://schemas.microsoft.com/office/drawing/2014/main" id="{101BF4C4-1C6F-1F20-EDE9-3DE7908CA7F7}"/>
                </a:ext>
              </a:extLst>
            </p:cNvPr>
            <p:cNvSpPr/>
            <p:nvPr/>
          </p:nvSpPr>
          <p:spPr bwMode="gray">
            <a:xfrm>
              <a:off x="6867097" y="4386807"/>
              <a:ext cx="224752" cy="192110"/>
            </a:xfrm>
            <a:prstGeom prst="can">
              <a:avLst/>
            </a:prstGeom>
            <a:solidFill>
              <a:schemeClr val="bg1">
                <a:lumMod val="85000"/>
              </a:schemeClr>
            </a:solidFill>
            <a:ln w="9525" cmpd="sng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133" name="Zylinder 132">
              <a:extLst>
                <a:ext uri="{FF2B5EF4-FFF2-40B4-BE49-F238E27FC236}">
                  <a16:creationId xmlns:a16="http://schemas.microsoft.com/office/drawing/2014/main" id="{2B6B03A0-2933-4644-2CE4-3F26DE84817A}"/>
                </a:ext>
              </a:extLst>
            </p:cNvPr>
            <p:cNvSpPr/>
            <p:nvPr/>
          </p:nvSpPr>
          <p:spPr bwMode="gray">
            <a:xfrm>
              <a:off x="6940848" y="4466895"/>
              <a:ext cx="224752" cy="192110"/>
            </a:xfrm>
            <a:prstGeom prst="can">
              <a:avLst/>
            </a:prstGeom>
            <a:solidFill>
              <a:schemeClr val="bg1">
                <a:lumMod val="85000"/>
              </a:schemeClr>
            </a:solidFill>
            <a:ln w="9525" cmpd="sng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endParaRPr>
            </a:p>
          </p:txBody>
        </p:sp>
      </p:grpSp>
      <p:sp>
        <p:nvSpPr>
          <p:cNvPr id="134" name="Textfeld 133">
            <a:extLst>
              <a:ext uri="{FF2B5EF4-FFF2-40B4-BE49-F238E27FC236}">
                <a16:creationId xmlns:a16="http://schemas.microsoft.com/office/drawing/2014/main" id="{9DCCB60E-AA1E-EE0E-A7D1-1276935C60B7}"/>
              </a:ext>
            </a:extLst>
          </p:cNvPr>
          <p:cNvSpPr txBox="1"/>
          <p:nvPr/>
        </p:nvSpPr>
        <p:spPr>
          <a:xfrm>
            <a:off x="3653651" y="4084071"/>
            <a:ext cx="805223" cy="18825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MBC </a:t>
            </a:r>
            <a:r>
              <a:rPr kumimoji="0" lang="de-DE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Directories</a:t>
            </a:r>
            <a:endParaRPr kumimoji="0" lang="de-DE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de-DE" sz="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Arial Narrow" pitchFamily="34" charset="0"/>
            </a:endParaRPr>
          </a:p>
        </p:txBody>
      </p:sp>
      <p:sp>
        <p:nvSpPr>
          <p:cNvPr id="135" name="Textfeld 134">
            <a:extLst>
              <a:ext uri="{FF2B5EF4-FFF2-40B4-BE49-F238E27FC236}">
                <a16:creationId xmlns:a16="http://schemas.microsoft.com/office/drawing/2014/main" id="{7A6B43D6-843A-85A0-8A09-7E5C1DC8BA98}"/>
              </a:ext>
            </a:extLst>
          </p:cNvPr>
          <p:cNvSpPr txBox="1"/>
          <p:nvPr/>
        </p:nvSpPr>
        <p:spPr>
          <a:xfrm>
            <a:off x="4667832" y="4089040"/>
            <a:ext cx="805223" cy="31136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Interface</a:t>
            </a:r>
            <a:br>
              <a: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</a:br>
            <a:r>
              <a:rPr kumimoji="0" lang="de-DE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Directories</a:t>
            </a:r>
            <a:endParaRPr kumimoji="0" lang="de-DE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de-DE" sz="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Arial Narrow" pitchFamily="34" charset="0"/>
            </a:endParaRPr>
          </a:p>
        </p:txBody>
      </p:sp>
      <p:cxnSp>
        <p:nvCxnSpPr>
          <p:cNvPr id="1081" name="Verbinder: gewinkelt 1080">
            <a:extLst>
              <a:ext uri="{FF2B5EF4-FFF2-40B4-BE49-F238E27FC236}">
                <a16:creationId xmlns:a16="http://schemas.microsoft.com/office/drawing/2014/main" id="{03939C13-7927-C4B9-2112-A72B04EF4E19}"/>
              </a:ext>
            </a:extLst>
          </p:cNvPr>
          <p:cNvCxnSpPr>
            <a:cxnSpLocks/>
            <a:stCxn id="131" idx="1"/>
          </p:cNvCxnSpPr>
          <p:nvPr/>
        </p:nvCxnSpPr>
        <p:spPr>
          <a:xfrm rot="5400000" flipH="1" flipV="1">
            <a:off x="4956120" y="2589505"/>
            <a:ext cx="1161717" cy="1038806"/>
          </a:xfrm>
          <a:prstGeom prst="bentConnector3">
            <a:avLst>
              <a:gd name="adj1" fmla="val 34041"/>
            </a:avLst>
          </a:prstGeom>
          <a:ln w="19050">
            <a:solidFill>
              <a:srgbClr val="0070C0"/>
            </a:solidFill>
            <a:prstDash val="solid"/>
            <a:headEnd type="triangl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2" name="Titel 3">
            <a:extLst>
              <a:ext uri="{FF2B5EF4-FFF2-40B4-BE49-F238E27FC236}">
                <a16:creationId xmlns:a16="http://schemas.microsoft.com/office/drawing/2014/main" id="{4D5E516D-79A0-C733-D5CE-31B9CD7C1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438" y="757831"/>
            <a:ext cx="11064993" cy="565265"/>
          </a:xfrm>
        </p:spPr>
        <p:txBody>
          <a:bodyPr/>
          <a:lstStyle/>
          <a:p>
            <a:r>
              <a:rPr lang="de-DE" sz="3200" dirty="0"/>
              <a:t>Enterprise Services</a:t>
            </a:r>
            <a:br>
              <a:rPr lang="de-DE" sz="3200" dirty="0"/>
            </a:br>
            <a:r>
              <a:rPr lang="de-DE" sz="2400" dirty="0"/>
              <a:t>Überblick Schnittstellenarchitektur</a:t>
            </a:r>
            <a:endParaRPr lang="de-DE" sz="3386" dirty="0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6B608448-C5AC-CDBF-F50F-EC675E31E81F}"/>
              </a:ext>
            </a:extLst>
          </p:cNvPr>
          <p:cNvSpPr/>
          <p:nvPr/>
        </p:nvSpPr>
        <p:spPr bwMode="gray">
          <a:xfrm>
            <a:off x="4850243" y="5168557"/>
            <a:ext cx="716789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mpd="sng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0C08FD1-FC6C-3E69-26FD-5C0F9DE72B45}"/>
              </a:ext>
            </a:extLst>
          </p:cNvPr>
          <p:cNvSpPr/>
          <p:nvPr/>
        </p:nvSpPr>
        <p:spPr bwMode="gray">
          <a:xfrm>
            <a:off x="4828238" y="5138101"/>
            <a:ext cx="71678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mpd="sng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1B43809-9B08-2F44-5D5C-99B2398F18FE}"/>
              </a:ext>
            </a:extLst>
          </p:cNvPr>
          <p:cNvSpPr/>
          <p:nvPr/>
        </p:nvSpPr>
        <p:spPr bwMode="gray">
          <a:xfrm>
            <a:off x="4804764" y="5101614"/>
            <a:ext cx="71678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mpd="sng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rPr>
              <a:t>Background Jobs</a:t>
            </a:r>
          </a:p>
        </p:txBody>
      </p:sp>
      <p:grpSp>
        <p:nvGrpSpPr>
          <p:cNvPr id="1125" name="Gruppieren 1124">
            <a:extLst>
              <a:ext uri="{FF2B5EF4-FFF2-40B4-BE49-F238E27FC236}">
                <a16:creationId xmlns:a16="http://schemas.microsoft.com/office/drawing/2014/main" id="{C07AD8CF-4F5D-98B8-E909-B58CE8B68C08}"/>
              </a:ext>
            </a:extLst>
          </p:cNvPr>
          <p:cNvGrpSpPr/>
          <p:nvPr/>
        </p:nvGrpSpPr>
        <p:grpSpPr>
          <a:xfrm>
            <a:off x="7168746" y="4282656"/>
            <a:ext cx="595962" cy="161850"/>
            <a:chOff x="9719890" y="3551594"/>
            <a:chExt cx="595962" cy="161850"/>
          </a:xfrm>
        </p:grpSpPr>
        <p:sp>
          <p:nvSpPr>
            <p:cNvPr id="1126" name="Rechteck 1125">
              <a:extLst>
                <a:ext uri="{FF2B5EF4-FFF2-40B4-BE49-F238E27FC236}">
                  <a16:creationId xmlns:a16="http://schemas.microsoft.com/office/drawing/2014/main" id="{F4A9C412-D9A5-579C-1F37-0C7D2B5F0A6B}"/>
                </a:ext>
              </a:extLst>
            </p:cNvPr>
            <p:cNvSpPr/>
            <p:nvPr/>
          </p:nvSpPr>
          <p:spPr bwMode="gray">
            <a:xfrm>
              <a:off x="9767237" y="3604479"/>
              <a:ext cx="548615" cy="1089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mpd="sng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rtlCol="0"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endParaRPr>
            </a:p>
          </p:txBody>
        </p:sp>
        <p:sp>
          <p:nvSpPr>
            <p:cNvPr id="1127" name="Rechteck 1126">
              <a:extLst>
                <a:ext uri="{FF2B5EF4-FFF2-40B4-BE49-F238E27FC236}">
                  <a16:creationId xmlns:a16="http://schemas.microsoft.com/office/drawing/2014/main" id="{CE9D7F9A-F44F-A36A-3D60-56505C850BD3}"/>
                </a:ext>
              </a:extLst>
            </p:cNvPr>
            <p:cNvSpPr/>
            <p:nvPr/>
          </p:nvSpPr>
          <p:spPr bwMode="gray">
            <a:xfrm>
              <a:off x="9745043" y="3579445"/>
              <a:ext cx="548615" cy="1089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mpd="sng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rtlCol="0"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endParaRPr>
            </a:p>
          </p:txBody>
        </p:sp>
        <p:sp>
          <p:nvSpPr>
            <p:cNvPr id="1128" name="Rechteck 1127">
              <a:extLst>
                <a:ext uri="{FF2B5EF4-FFF2-40B4-BE49-F238E27FC236}">
                  <a16:creationId xmlns:a16="http://schemas.microsoft.com/office/drawing/2014/main" id="{1184DD51-226F-D902-DE5C-11CF92EB079A}"/>
                </a:ext>
              </a:extLst>
            </p:cNvPr>
            <p:cNvSpPr/>
            <p:nvPr/>
          </p:nvSpPr>
          <p:spPr bwMode="gray">
            <a:xfrm>
              <a:off x="9719890" y="3551594"/>
              <a:ext cx="548615" cy="1089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mpd="sng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rtlCol="0"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Workflows</a:t>
              </a:r>
            </a:p>
          </p:txBody>
        </p:sp>
      </p:grpSp>
      <p:grpSp>
        <p:nvGrpSpPr>
          <p:cNvPr id="1135" name="Gruppieren 1134">
            <a:extLst>
              <a:ext uri="{FF2B5EF4-FFF2-40B4-BE49-F238E27FC236}">
                <a16:creationId xmlns:a16="http://schemas.microsoft.com/office/drawing/2014/main" id="{1E189396-CADA-281F-B948-D545BEC9ACDD}"/>
              </a:ext>
            </a:extLst>
          </p:cNvPr>
          <p:cNvGrpSpPr/>
          <p:nvPr/>
        </p:nvGrpSpPr>
        <p:grpSpPr>
          <a:xfrm>
            <a:off x="5604284" y="2366199"/>
            <a:ext cx="595962" cy="161850"/>
            <a:chOff x="9719890" y="3551594"/>
            <a:chExt cx="595962" cy="161850"/>
          </a:xfrm>
        </p:grpSpPr>
        <p:sp>
          <p:nvSpPr>
            <p:cNvPr id="1136" name="Rechteck 1135">
              <a:extLst>
                <a:ext uri="{FF2B5EF4-FFF2-40B4-BE49-F238E27FC236}">
                  <a16:creationId xmlns:a16="http://schemas.microsoft.com/office/drawing/2014/main" id="{B0476FBD-1C1C-26F9-A73D-2EB7DA8D6D31}"/>
                </a:ext>
              </a:extLst>
            </p:cNvPr>
            <p:cNvSpPr/>
            <p:nvPr/>
          </p:nvSpPr>
          <p:spPr bwMode="gray">
            <a:xfrm>
              <a:off x="9767237" y="3604479"/>
              <a:ext cx="548615" cy="1089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mpd="sng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rtlCol="0"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endParaRPr>
            </a:p>
          </p:txBody>
        </p:sp>
        <p:sp>
          <p:nvSpPr>
            <p:cNvPr id="1137" name="Rechteck 1136">
              <a:extLst>
                <a:ext uri="{FF2B5EF4-FFF2-40B4-BE49-F238E27FC236}">
                  <a16:creationId xmlns:a16="http://schemas.microsoft.com/office/drawing/2014/main" id="{9DD0AD74-2BF3-83DF-1997-E47E6A9CD8B4}"/>
                </a:ext>
              </a:extLst>
            </p:cNvPr>
            <p:cNvSpPr/>
            <p:nvPr/>
          </p:nvSpPr>
          <p:spPr bwMode="gray">
            <a:xfrm>
              <a:off x="9745043" y="3579445"/>
              <a:ext cx="548615" cy="1089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mpd="sng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rtlCol="0"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endPara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endParaRPr>
            </a:p>
          </p:txBody>
        </p:sp>
        <p:sp>
          <p:nvSpPr>
            <p:cNvPr id="1138" name="Rechteck 1137">
              <a:extLst>
                <a:ext uri="{FF2B5EF4-FFF2-40B4-BE49-F238E27FC236}">
                  <a16:creationId xmlns:a16="http://schemas.microsoft.com/office/drawing/2014/main" id="{BFDD8C42-18D0-DEEA-BBAA-67A92C03DD27}"/>
                </a:ext>
              </a:extLst>
            </p:cNvPr>
            <p:cNvSpPr/>
            <p:nvPr/>
          </p:nvSpPr>
          <p:spPr bwMode="gray">
            <a:xfrm>
              <a:off x="9719890" y="3551594"/>
              <a:ext cx="548615" cy="1089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mpd="sng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 rtlCol="0"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buFontTx/>
                <a:buNone/>
                <a:tabLst/>
                <a:defRPr/>
              </a:pPr>
              <a:r>
                <a:rPr kumimoji="0" lang="de-DE" sz="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Arial Narrow" pitchFamily="34" charset="0"/>
                </a:rPr>
                <a:t>iFlows</a:t>
              </a:r>
              <a:endPara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endParaRPr>
            </a:p>
          </p:txBody>
        </p:sp>
      </p:grpSp>
      <p:cxnSp>
        <p:nvCxnSpPr>
          <p:cNvPr id="54" name="Verbinder: gewinkelt 53">
            <a:extLst>
              <a:ext uri="{FF2B5EF4-FFF2-40B4-BE49-F238E27FC236}">
                <a16:creationId xmlns:a16="http://schemas.microsoft.com/office/drawing/2014/main" id="{0F509845-0C04-5F0B-8455-90F1A64D9306}"/>
              </a:ext>
            </a:extLst>
          </p:cNvPr>
          <p:cNvCxnSpPr>
            <a:cxnSpLocks/>
            <a:stCxn id="1053" idx="1"/>
            <a:endCxn id="1136" idx="2"/>
          </p:cNvCxnSpPr>
          <p:nvPr/>
        </p:nvCxnSpPr>
        <p:spPr>
          <a:xfrm rot="5400000" flipH="1" flipV="1">
            <a:off x="4387584" y="2159985"/>
            <a:ext cx="1170291" cy="1906420"/>
          </a:xfrm>
          <a:prstGeom prst="bentConnector3">
            <a:avLst>
              <a:gd name="adj1" fmla="val 41676"/>
            </a:avLst>
          </a:prstGeom>
          <a:ln w="19050">
            <a:solidFill>
              <a:srgbClr val="0070C0"/>
            </a:solidFill>
            <a:prstDash val="solid"/>
            <a:headEnd type="triangl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hteck 64">
            <a:extLst>
              <a:ext uri="{FF2B5EF4-FFF2-40B4-BE49-F238E27FC236}">
                <a16:creationId xmlns:a16="http://schemas.microsoft.com/office/drawing/2014/main" id="{B6FD384A-6F58-9D53-BE7E-A54FA817A578}"/>
              </a:ext>
            </a:extLst>
          </p:cNvPr>
          <p:cNvSpPr/>
          <p:nvPr/>
        </p:nvSpPr>
        <p:spPr>
          <a:xfrm>
            <a:off x="5179639" y="2564056"/>
            <a:ext cx="80117" cy="10617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29" name="Verbinder: gewinkelt 1028">
            <a:extLst>
              <a:ext uri="{FF2B5EF4-FFF2-40B4-BE49-F238E27FC236}">
                <a16:creationId xmlns:a16="http://schemas.microsoft.com/office/drawing/2014/main" id="{DF00C81B-8888-0C09-19A3-A92B254923F6}"/>
              </a:ext>
            </a:extLst>
          </p:cNvPr>
          <p:cNvCxnSpPr>
            <a:cxnSpLocks/>
            <a:stCxn id="33" idx="1"/>
            <a:endCxn id="1138" idx="3"/>
          </p:cNvCxnSpPr>
          <p:nvPr/>
        </p:nvCxnSpPr>
        <p:spPr>
          <a:xfrm rot="16200000" flipV="1">
            <a:off x="6598033" y="1975549"/>
            <a:ext cx="770561" cy="1660827"/>
          </a:xfrm>
          <a:prstGeom prst="bentConnector2">
            <a:avLst/>
          </a:prstGeom>
          <a:ln w="19050">
            <a:solidFill>
              <a:srgbClr val="0070C0"/>
            </a:solidFill>
            <a:prstDash val="solid"/>
            <a:headEnd type="triangl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33" name="Picture 8" descr="SAP – Wikipedia">
            <a:extLst>
              <a:ext uri="{FF2B5EF4-FFF2-40B4-BE49-F238E27FC236}">
                <a16:creationId xmlns:a16="http://schemas.microsoft.com/office/drawing/2014/main" id="{73A8EE17-E31B-858A-3D27-52361C759C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4696" y="2116229"/>
            <a:ext cx="355352" cy="175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35" name="Rechteck 1234">
            <a:extLst>
              <a:ext uri="{FF2B5EF4-FFF2-40B4-BE49-F238E27FC236}">
                <a16:creationId xmlns:a16="http://schemas.microsoft.com/office/drawing/2014/main" id="{BB0EDAD9-66E6-1312-F270-DB6AD11B2869}"/>
              </a:ext>
            </a:extLst>
          </p:cNvPr>
          <p:cNvSpPr/>
          <p:nvPr/>
        </p:nvSpPr>
        <p:spPr bwMode="gray">
          <a:xfrm>
            <a:off x="7832279" y="4427522"/>
            <a:ext cx="89644" cy="4571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 cmpd="sng" algn="ctr">
            <a:noFill/>
            <a:miter lim="800000"/>
            <a:headEnd/>
            <a:tailEnd/>
          </a:ln>
          <a:effectLst/>
        </p:spPr>
        <p:txBody>
          <a:bodyPr wrap="none" rtlCol="0" anchor="ctr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+mn-ea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4443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DE7F168-45BA-283F-AFA2-EB187FBAEB78}"/>
              </a:ext>
            </a:extLst>
          </p:cNvPr>
          <p:cNvSpPr/>
          <p:nvPr/>
        </p:nvSpPr>
        <p:spPr>
          <a:xfrm>
            <a:off x="136423" y="1292764"/>
            <a:ext cx="5509252" cy="3471048"/>
          </a:xfrm>
          <a:prstGeom prst="rect">
            <a:avLst/>
          </a:prstGeom>
          <a:solidFill>
            <a:srgbClr val="4472C4">
              <a:lumMod val="40000"/>
              <a:lumOff val="60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Microsoft Azure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CB45E72B-F467-BCA8-62A7-4EB599F3E93C}"/>
              </a:ext>
            </a:extLst>
          </p:cNvPr>
          <p:cNvSpPr/>
          <p:nvPr/>
        </p:nvSpPr>
        <p:spPr>
          <a:xfrm>
            <a:off x="230349" y="1688268"/>
            <a:ext cx="5364822" cy="2552246"/>
          </a:xfrm>
          <a:prstGeom prst="rect">
            <a:avLst/>
          </a:prstGeom>
          <a:solidFill>
            <a:srgbClr val="99CCFF">
              <a:alpha val="75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tIns="36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SAP Private Cloud Edition (PCE)</a:t>
            </a:r>
          </a:p>
        </p:txBody>
      </p:sp>
      <p:sp>
        <p:nvSpPr>
          <p:cNvPr id="139" name="Rechteck 138">
            <a:extLst>
              <a:ext uri="{FF2B5EF4-FFF2-40B4-BE49-F238E27FC236}">
                <a16:creationId xmlns:a16="http://schemas.microsoft.com/office/drawing/2014/main" id="{6BA52C35-20B9-3454-2B93-516A6B7A5191}"/>
              </a:ext>
            </a:extLst>
          </p:cNvPr>
          <p:cNvSpPr/>
          <p:nvPr/>
        </p:nvSpPr>
        <p:spPr bwMode="gray">
          <a:xfrm>
            <a:off x="5879730" y="1292764"/>
            <a:ext cx="6114726" cy="3464027"/>
          </a:xfrm>
          <a:prstGeom prst="rect">
            <a:avLst/>
          </a:prstGeom>
          <a:solidFill>
            <a:srgbClr val="FFCF07"/>
          </a:solidFill>
          <a:ln w="9525" cmpd="sng" algn="ctr">
            <a:solidFill>
              <a:schemeClr val="bg2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none" rtlCol="0" anchor="b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+mn-ea"/>
              <a:cs typeface="Calibri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4887D86-44E3-200F-24B5-09F78C42A4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021"/>
          <a:stretch/>
        </p:blipFill>
        <p:spPr bwMode="auto">
          <a:xfrm>
            <a:off x="11453139" y="1331634"/>
            <a:ext cx="508512" cy="20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7" name="Rechteck 1066">
            <a:extLst>
              <a:ext uri="{FF2B5EF4-FFF2-40B4-BE49-F238E27FC236}">
                <a16:creationId xmlns:a16="http://schemas.microsoft.com/office/drawing/2014/main" id="{8DD577F6-CAC6-6207-FAD0-45E3FB4B7B61}"/>
              </a:ext>
            </a:extLst>
          </p:cNvPr>
          <p:cNvSpPr/>
          <p:nvPr/>
        </p:nvSpPr>
        <p:spPr bwMode="gray">
          <a:xfrm>
            <a:off x="7648712" y="2999364"/>
            <a:ext cx="162437" cy="71397"/>
          </a:xfrm>
          <a:prstGeom prst="rect">
            <a:avLst/>
          </a:prstGeom>
          <a:noFill/>
          <a:ln w="9525" cmpd="sng" algn="ctr">
            <a:noFill/>
            <a:miter lim="800000"/>
            <a:headEnd/>
            <a:tailEnd/>
          </a:ln>
          <a:effectLst/>
        </p:spPr>
        <p:txBody>
          <a:bodyPr wrap="none" rtlCol="0" anchor="b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+mn-ea"/>
              <a:cs typeface="Calibri" charset="0"/>
            </a:endParaRPr>
          </a:p>
        </p:txBody>
      </p:sp>
      <p:sp>
        <p:nvSpPr>
          <p:cNvPr id="1068" name="Rechteck 1067">
            <a:extLst>
              <a:ext uri="{FF2B5EF4-FFF2-40B4-BE49-F238E27FC236}">
                <a16:creationId xmlns:a16="http://schemas.microsoft.com/office/drawing/2014/main" id="{4ACF925C-AB2E-74B1-5F97-4703680F124F}"/>
              </a:ext>
            </a:extLst>
          </p:cNvPr>
          <p:cNvSpPr/>
          <p:nvPr/>
        </p:nvSpPr>
        <p:spPr bwMode="gray">
          <a:xfrm>
            <a:off x="9162963" y="2235628"/>
            <a:ext cx="162437" cy="71397"/>
          </a:xfrm>
          <a:prstGeom prst="rect">
            <a:avLst/>
          </a:prstGeom>
          <a:noFill/>
          <a:ln w="9525" cmpd="sng" algn="ctr">
            <a:noFill/>
            <a:miter lim="800000"/>
            <a:headEnd/>
            <a:tailEnd/>
          </a:ln>
          <a:effectLst/>
        </p:spPr>
        <p:txBody>
          <a:bodyPr wrap="none" rtlCol="0" anchor="b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+mn-ea"/>
              <a:cs typeface="Calibri" charset="0"/>
            </a:endParaRPr>
          </a:p>
        </p:txBody>
      </p:sp>
      <p:grpSp>
        <p:nvGrpSpPr>
          <p:cNvPr id="49" name="Gruppieren 48">
            <a:extLst>
              <a:ext uri="{FF2B5EF4-FFF2-40B4-BE49-F238E27FC236}">
                <a16:creationId xmlns:a16="http://schemas.microsoft.com/office/drawing/2014/main" id="{06A73415-9E13-EE01-2C5A-A3C765B8DF8B}"/>
              </a:ext>
            </a:extLst>
          </p:cNvPr>
          <p:cNvGrpSpPr/>
          <p:nvPr/>
        </p:nvGrpSpPr>
        <p:grpSpPr>
          <a:xfrm>
            <a:off x="9951579" y="3973181"/>
            <a:ext cx="1081459" cy="703389"/>
            <a:chOff x="7391640" y="4790304"/>
            <a:chExt cx="1081459" cy="703389"/>
          </a:xfrm>
        </p:grpSpPr>
        <p:sp>
          <p:nvSpPr>
            <p:cNvPr id="1140" name="Rechteck 1139">
              <a:extLst>
                <a:ext uri="{FF2B5EF4-FFF2-40B4-BE49-F238E27FC236}">
                  <a16:creationId xmlns:a16="http://schemas.microsoft.com/office/drawing/2014/main" id="{E012C163-5FC8-8315-0E65-512677ECE37A}"/>
                </a:ext>
              </a:extLst>
            </p:cNvPr>
            <p:cNvSpPr/>
            <p:nvPr/>
          </p:nvSpPr>
          <p:spPr bwMode="gray">
            <a:xfrm>
              <a:off x="7509235" y="4913550"/>
              <a:ext cx="963864" cy="580143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cmpd="sng" algn="ctr">
              <a:solidFill>
                <a:schemeClr val="bg2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rtlCol="0" anchor="b" anchorCtr="0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sp>
          <p:nvSpPr>
            <p:cNvPr id="1139" name="Rechteck 1138">
              <a:extLst>
                <a:ext uri="{FF2B5EF4-FFF2-40B4-BE49-F238E27FC236}">
                  <a16:creationId xmlns:a16="http://schemas.microsoft.com/office/drawing/2014/main" id="{7A66FA70-DFB0-60A7-6F7F-2ADCA668A3E5}"/>
                </a:ext>
              </a:extLst>
            </p:cNvPr>
            <p:cNvSpPr/>
            <p:nvPr/>
          </p:nvSpPr>
          <p:spPr bwMode="gray">
            <a:xfrm>
              <a:off x="7454644" y="4860483"/>
              <a:ext cx="963864" cy="580143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cmpd="sng" algn="ctr">
              <a:solidFill>
                <a:schemeClr val="bg2">
                  <a:lumMod val="7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rtlCol="0" anchor="b" anchorCtr="0"/>
            <a:lstStyle/>
            <a:p>
              <a:pPr marL="0" marR="0" lvl="0" indent="0" algn="ctr" defTabSz="91421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endParaRPr>
            </a:p>
          </p:txBody>
        </p:sp>
        <p:grpSp>
          <p:nvGrpSpPr>
            <p:cNvPr id="157" name="Gruppieren 156">
              <a:extLst>
                <a:ext uri="{FF2B5EF4-FFF2-40B4-BE49-F238E27FC236}">
                  <a16:creationId xmlns:a16="http://schemas.microsoft.com/office/drawing/2014/main" id="{663C9437-E734-D452-684B-1853672D94B8}"/>
                </a:ext>
              </a:extLst>
            </p:cNvPr>
            <p:cNvGrpSpPr/>
            <p:nvPr/>
          </p:nvGrpSpPr>
          <p:grpSpPr>
            <a:xfrm>
              <a:off x="7391640" y="4790304"/>
              <a:ext cx="963864" cy="580143"/>
              <a:chOff x="7161868" y="5415296"/>
              <a:chExt cx="1163266" cy="749479"/>
            </a:xfrm>
          </p:grpSpPr>
          <p:sp>
            <p:nvSpPr>
              <p:cNvPr id="147" name="Rechteck 146">
                <a:extLst>
                  <a:ext uri="{FF2B5EF4-FFF2-40B4-BE49-F238E27FC236}">
                    <a16:creationId xmlns:a16="http://schemas.microsoft.com/office/drawing/2014/main" id="{1F64E609-6B13-21BD-36A4-4A31A6AEC567}"/>
                  </a:ext>
                </a:extLst>
              </p:cNvPr>
              <p:cNvSpPr/>
              <p:nvPr/>
            </p:nvSpPr>
            <p:spPr bwMode="gray">
              <a:xfrm>
                <a:off x="7161868" y="5415296"/>
                <a:ext cx="1163266" cy="749479"/>
              </a:xfrm>
              <a:prstGeom prst="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 w="9525" cmpd="sng" algn="ctr">
                <a:solidFill>
                  <a:schemeClr val="bg2">
                    <a:lumMod val="7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rtlCol="0" anchor="b" anchorCtr="0"/>
              <a:lstStyle/>
              <a:p>
                <a:pPr marL="0" marR="0" lvl="0" indent="0" algn="ctr" defTabSz="914216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DE" sz="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charset="0"/>
                    <a:ea typeface="+mn-ea"/>
                    <a:cs typeface="Calibri" charset="0"/>
                  </a:rPr>
                  <a:t>Vor- und Umsysteme</a:t>
                </a:r>
              </a:p>
            </p:txBody>
          </p:sp>
          <p:sp>
            <p:nvSpPr>
              <p:cNvPr id="150" name="Freihandform: Form 149">
                <a:extLst>
                  <a:ext uri="{FF2B5EF4-FFF2-40B4-BE49-F238E27FC236}">
                    <a16:creationId xmlns:a16="http://schemas.microsoft.com/office/drawing/2014/main" id="{12C1C581-C614-6284-AB1E-9C422C104791}"/>
                  </a:ext>
                </a:extLst>
              </p:cNvPr>
              <p:cNvSpPr/>
              <p:nvPr/>
            </p:nvSpPr>
            <p:spPr>
              <a:xfrm>
                <a:off x="7436351" y="5546177"/>
                <a:ext cx="370761" cy="262715"/>
              </a:xfrm>
              <a:custGeom>
                <a:avLst/>
                <a:gdLst>
                  <a:gd name="connsiteX0" fmla="*/ 15448 w 370761"/>
                  <a:gd name="connsiteY0" fmla="*/ 0 h 262715"/>
                  <a:gd name="connsiteX1" fmla="*/ 0 w 370761"/>
                  <a:gd name="connsiteY1" fmla="*/ 0 h 262715"/>
                  <a:gd name="connsiteX2" fmla="*/ 0 w 370761"/>
                  <a:gd name="connsiteY2" fmla="*/ 262715 h 262715"/>
                  <a:gd name="connsiteX3" fmla="*/ 370761 w 370761"/>
                  <a:gd name="connsiteY3" fmla="*/ 262715 h 262715"/>
                  <a:gd name="connsiteX4" fmla="*/ 370761 w 370761"/>
                  <a:gd name="connsiteY4" fmla="*/ 0 h 262715"/>
                  <a:gd name="connsiteX5" fmla="*/ 15448 w 370761"/>
                  <a:gd name="connsiteY5" fmla="*/ 0 h 262715"/>
                  <a:gd name="connsiteX6" fmla="*/ 355313 w 370761"/>
                  <a:gd name="connsiteY6" fmla="*/ 247267 h 262715"/>
                  <a:gd name="connsiteX7" fmla="*/ 15448 w 370761"/>
                  <a:gd name="connsiteY7" fmla="*/ 247267 h 262715"/>
                  <a:gd name="connsiteX8" fmla="*/ 15448 w 370761"/>
                  <a:gd name="connsiteY8" fmla="*/ 15448 h 262715"/>
                  <a:gd name="connsiteX9" fmla="*/ 355313 w 370761"/>
                  <a:gd name="connsiteY9" fmla="*/ 15448 h 2627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70761" h="262715">
                    <a:moveTo>
                      <a:pt x="15448" y="0"/>
                    </a:moveTo>
                    <a:lnTo>
                      <a:pt x="0" y="0"/>
                    </a:lnTo>
                    <a:lnTo>
                      <a:pt x="0" y="262715"/>
                    </a:lnTo>
                    <a:lnTo>
                      <a:pt x="370761" y="262715"/>
                    </a:lnTo>
                    <a:lnTo>
                      <a:pt x="370761" y="0"/>
                    </a:lnTo>
                    <a:lnTo>
                      <a:pt x="15448" y="0"/>
                    </a:lnTo>
                    <a:close/>
                    <a:moveTo>
                      <a:pt x="355313" y="247267"/>
                    </a:moveTo>
                    <a:lnTo>
                      <a:pt x="15448" y="247267"/>
                    </a:lnTo>
                    <a:lnTo>
                      <a:pt x="15448" y="15448"/>
                    </a:lnTo>
                    <a:lnTo>
                      <a:pt x="355313" y="15448"/>
                    </a:ln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76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1" name="Freihandform: Form 150">
                <a:extLst>
                  <a:ext uri="{FF2B5EF4-FFF2-40B4-BE49-F238E27FC236}">
                    <a16:creationId xmlns:a16="http://schemas.microsoft.com/office/drawing/2014/main" id="{B7853E09-27EA-A8DE-23AC-54250995A446}"/>
                  </a:ext>
                </a:extLst>
              </p:cNvPr>
              <p:cNvSpPr/>
              <p:nvPr/>
            </p:nvSpPr>
            <p:spPr>
              <a:xfrm>
                <a:off x="7397730" y="5507509"/>
                <a:ext cx="448002" cy="417252"/>
              </a:xfrm>
              <a:custGeom>
                <a:avLst/>
                <a:gdLst>
                  <a:gd name="connsiteX0" fmla="*/ 417106 w 448002"/>
                  <a:gd name="connsiteY0" fmla="*/ 0 h 417252"/>
                  <a:gd name="connsiteX1" fmla="*/ 30897 w 448002"/>
                  <a:gd name="connsiteY1" fmla="*/ 0 h 417252"/>
                  <a:gd name="connsiteX2" fmla="*/ 0 w 448002"/>
                  <a:gd name="connsiteY2" fmla="*/ 30897 h 417252"/>
                  <a:gd name="connsiteX3" fmla="*/ 0 w 448002"/>
                  <a:gd name="connsiteY3" fmla="*/ 309114 h 417252"/>
                  <a:gd name="connsiteX4" fmla="*/ 30897 w 448002"/>
                  <a:gd name="connsiteY4" fmla="*/ 340011 h 417252"/>
                  <a:gd name="connsiteX5" fmla="*/ 185381 w 448002"/>
                  <a:gd name="connsiteY5" fmla="*/ 340011 h 417252"/>
                  <a:gd name="connsiteX6" fmla="*/ 185381 w 448002"/>
                  <a:gd name="connsiteY6" fmla="*/ 401805 h 417252"/>
                  <a:gd name="connsiteX7" fmla="*/ 108139 w 448002"/>
                  <a:gd name="connsiteY7" fmla="*/ 401805 h 417252"/>
                  <a:gd name="connsiteX8" fmla="*/ 108139 w 448002"/>
                  <a:gd name="connsiteY8" fmla="*/ 417253 h 417252"/>
                  <a:gd name="connsiteX9" fmla="*/ 339864 w 448002"/>
                  <a:gd name="connsiteY9" fmla="*/ 417253 h 417252"/>
                  <a:gd name="connsiteX10" fmla="*/ 339864 w 448002"/>
                  <a:gd name="connsiteY10" fmla="*/ 401805 h 417252"/>
                  <a:gd name="connsiteX11" fmla="*/ 262622 w 448002"/>
                  <a:gd name="connsiteY11" fmla="*/ 401805 h 417252"/>
                  <a:gd name="connsiteX12" fmla="*/ 262622 w 448002"/>
                  <a:gd name="connsiteY12" fmla="*/ 340011 h 417252"/>
                  <a:gd name="connsiteX13" fmla="*/ 417106 w 448002"/>
                  <a:gd name="connsiteY13" fmla="*/ 340011 h 417252"/>
                  <a:gd name="connsiteX14" fmla="*/ 448003 w 448002"/>
                  <a:gd name="connsiteY14" fmla="*/ 309114 h 417252"/>
                  <a:gd name="connsiteX15" fmla="*/ 448003 w 448002"/>
                  <a:gd name="connsiteY15" fmla="*/ 30935 h 417252"/>
                  <a:gd name="connsiteX16" fmla="*/ 417106 w 448002"/>
                  <a:gd name="connsiteY16" fmla="*/ 0 h 417252"/>
                  <a:gd name="connsiteX17" fmla="*/ 247174 w 448002"/>
                  <a:gd name="connsiteY17" fmla="*/ 401835 h 417252"/>
                  <a:gd name="connsiteX18" fmla="*/ 200829 w 448002"/>
                  <a:gd name="connsiteY18" fmla="*/ 401835 h 417252"/>
                  <a:gd name="connsiteX19" fmla="*/ 200829 w 448002"/>
                  <a:gd name="connsiteY19" fmla="*/ 340042 h 417252"/>
                  <a:gd name="connsiteX20" fmla="*/ 247174 w 448002"/>
                  <a:gd name="connsiteY20" fmla="*/ 340042 h 417252"/>
                  <a:gd name="connsiteX21" fmla="*/ 432555 w 448002"/>
                  <a:gd name="connsiteY21" fmla="*/ 309145 h 417252"/>
                  <a:gd name="connsiteX22" fmla="*/ 417106 w 448002"/>
                  <a:gd name="connsiteY22" fmla="*/ 324594 h 417252"/>
                  <a:gd name="connsiteX23" fmla="*/ 30897 w 448002"/>
                  <a:gd name="connsiteY23" fmla="*/ 324594 h 417252"/>
                  <a:gd name="connsiteX24" fmla="*/ 15448 w 448002"/>
                  <a:gd name="connsiteY24" fmla="*/ 309145 h 417252"/>
                  <a:gd name="connsiteX25" fmla="*/ 15448 w 448002"/>
                  <a:gd name="connsiteY25" fmla="*/ 30935 h 417252"/>
                  <a:gd name="connsiteX26" fmla="*/ 30897 w 448002"/>
                  <a:gd name="connsiteY26" fmla="*/ 15487 h 417252"/>
                  <a:gd name="connsiteX27" fmla="*/ 417106 w 448002"/>
                  <a:gd name="connsiteY27" fmla="*/ 15487 h 417252"/>
                  <a:gd name="connsiteX28" fmla="*/ 432555 w 448002"/>
                  <a:gd name="connsiteY28" fmla="*/ 30935 h 417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48002" h="417252">
                    <a:moveTo>
                      <a:pt x="417106" y="0"/>
                    </a:moveTo>
                    <a:lnTo>
                      <a:pt x="30897" y="0"/>
                    </a:lnTo>
                    <a:cubicBezTo>
                      <a:pt x="13854" y="51"/>
                      <a:pt x="51" y="13854"/>
                      <a:pt x="0" y="30897"/>
                    </a:cubicBezTo>
                    <a:lnTo>
                      <a:pt x="0" y="309114"/>
                    </a:lnTo>
                    <a:cubicBezTo>
                      <a:pt x="55" y="326155"/>
                      <a:pt x="13856" y="339956"/>
                      <a:pt x="30897" y="340011"/>
                    </a:cubicBezTo>
                    <a:lnTo>
                      <a:pt x="185381" y="340011"/>
                    </a:lnTo>
                    <a:lnTo>
                      <a:pt x="185381" y="401805"/>
                    </a:lnTo>
                    <a:lnTo>
                      <a:pt x="108139" y="401805"/>
                    </a:lnTo>
                    <a:lnTo>
                      <a:pt x="108139" y="417253"/>
                    </a:lnTo>
                    <a:lnTo>
                      <a:pt x="339864" y="417253"/>
                    </a:lnTo>
                    <a:lnTo>
                      <a:pt x="339864" y="401805"/>
                    </a:lnTo>
                    <a:lnTo>
                      <a:pt x="262622" y="401805"/>
                    </a:lnTo>
                    <a:lnTo>
                      <a:pt x="262622" y="340011"/>
                    </a:lnTo>
                    <a:lnTo>
                      <a:pt x="417106" y="340011"/>
                    </a:lnTo>
                    <a:cubicBezTo>
                      <a:pt x="434147" y="339956"/>
                      <a:pt x="447948" y="326155"/>
                      <a:pt x="448003" y="309114"/>
                    </a:cubicBezTo>
                    <a:lnTo>
                      <a:pt x="448003" y="30935"/>
                    </a:lnTo>
                    <a:cubicBezTo>
                      <a:pt x="447974" y="13877"/>
                      <a:pt x="434164" y="51"/>
                      <a:pt x="417106" y="0"/>
                    </a:cubicBezTo>
                    <a:close/>
                    <a:moveTo>
                      <a:pt x="247174" y="401835"/>
                    </a:moveTo>
                    <a:lnTo>
                      <a:pt x="200829" y="401835"/>
                    </a:lnTo>
                    <a:lnTo>
                      <a:pt x="200829" y="340042"/>
                    </a:lnTo>
                    <a:lnTo>
                      <a:pt x="247174" y="340042"/>
                    </a:lnTo>
                    <a:close/>
                    <a:moveTo>
                      <a:pt x="432555" y="309145"/>
                    </a:moveTo>
                    <a:cubicBezTo>
                      <a:pt x="432555" y="317677"/>
                      <a:pt x="425638" y="324594"/>
                      <a:pt x="417106" y="324594"/>
                    </a:cubicBezTo>
                    <a:lnTo>
                      <a:pt x="30897" y="324594"/>
                    </a:lnTo>
                    <a:cubicBezTo>
                      <a:pt x="22365" y="324594"/>
                      <a:pt x="15448" y="317677"/>
                      <a:pt x="15448" y="309145"/>
                    </a:cubicBezTo>
                    <a:lnTo>
                      <a:pt x="15448" y="30935"/>
                    </a:lnTo>
                    <a:cubicBezTo>
                      <a:pt x="15448" y="22403"/>
                      <a:pt x="22365" y="15487"/>
                      <a:pt x="30897" y="15487"/>
                    </a:cubicBezTo>
                    <a:lnTo>
                      <a:pt x="417106" y="15487"/>
                    </a:lnTo>
                    <a:cubicBezTo>
                      <a:pt x="425638" y="15487"/>
                      <a:pt x="432555" y="22403"/>
                      <a:pt x="432555" y="30935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76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2" name="Freihandform: Form 151">
                <a:extLst>
                  <a:ext uri="{FF2B5EF4-FFF2-40B4-BE49-F238E27FC236}">
                    <a16:creationId xmlns:a16="http://schemas.microsoft.com/office/drawing/2014/main" id="{681A46CE-1672-CADE-C381-DFB2872A79A7}"/>
                  </a:ext>
                </a:extLst>
              </p:cNvPr>
              <p:cNvSpPr/>
              <p:nvPr/>
            </p:nvSpPr>
            <p:spPr>
              <a:xfrm>
                <a:off x="7892078" y="5507509"/>
                <a:ext cx="216277" cy="417106"/>
              </a:xfrm>
              <a:custGeom>
                <a:avLst/>
                <a:gdLst>
                  <a:gd name="connsiteX0" fmla="*/ 185381 w 216277"/>
                  <a:gd name="connsiteY0" fmla="*/ 0 h 417106"/>
                  <a:gd name="connsiteX1" fmla="*/ 30897 w 216277"/>
                  <a:gd name="connsiteY1" fmla="*/ 0 h 417106"/>
                  <a:gd name="connsiteX2" fmla="*/ 0 w 216277"/>
                  <a:gd name="connsiteY2" fmla="*/ 30897 h 417106"/>
                  <a:gd name="connsiteX3" fmla="*/ 0 w 216277"/>
                  <a:gd name="connsiteY3" fmla="*/ 386209 h 417106"/>
                  <a:gd name="connsiteX4" fmla="*/ 30897 w 216277"/>
                  <a:gd name="connsiteY4" fmla="*/ 417106 h 417106"/>
                  <a:gd name="connsiteX5" fmla="*/ 185381 w 216277"/>
                  <a:gd name="connsiteY5" fmla="*/ 417106 h 417106"/>
                  <a:gd name="connsiteX6" fmla="*/ 216277 w 216277"/>
                  <a:gd name="connsiteY6" fmla="*/ 386209 h 417106"/>
                  <a:gd name="connsiteX7" fmla="*/ 216277 w 216277"/>
                  <a:gd name="connsiteY7" fmla="*/ 30897 h 417106"/>
                  <a:gd name="connsiteX8" fmla="*/ 185381 w 216277"/>
                  <a:gd name="connsiteY8" fmla="*/ 0 h 417106"/>
                  <a:gd name="connsiteX9" fmla="*/ 200829 w 216277"/>
                  <a:gd name="connsiteY9" fmla="*/ 386209 h 417106"/>
                  <a:gd name="connsiteX10" fmla="*/ 185381 w 216277"/>
                  <a:gd name="connsiteY10" fmla="*/ 401658 h 417106"/>
                  <a:gd name="connsiteX11" fmla="*/ 30897 w 216277"/>
                  <a:gd name="connsiteY11" fmla="*/ 401658 h 417106"/>
                  <a:gd name="connsiteX12" fmla="*/ 15448 w 216277"/>
                  <a:gd name="connsiteY12" fmla="*/ 386209 h 417106"/>
                  <a:gd name="connsiteX13" fmla="*/ 15448 w 216277"/>
                  <a:gd name="connsiteY13" fmla="*/ 30897 h 417106"/>
                  <a:gd name="connsiteX14" fmla="*/ 30897 w 216277"/>
                  <a:gd name="connsiteY14" fmla="*/ 15448 h 417106"/>
                  <a:gd name="connsiteX15" fmla="*/ 185381 w 216277"/>
                  <a:gd name="connsiteY15" fmla="*/ 15448 h 417106"/>
                  <a:gd name="connsiteX16" fmla="*/ 200829 w 216277"/>
                  <a:gd name="connsiteY16" fmla="*/ 30897 h 417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16277" h="417106">
                    <a:moveTo>
                      <a:pt x="185381" y="0"/>
                    </a:moveTo>
                    <a:lnTo>
                      <a:pt x="30897" y="0"/>
                    </a:lnTo>
                    <a:cubicBezTo>
                      <a:pt x="13833" y="0"/>
                      <a:pt x="0" y="13833"/>
                      <a:pt x="0" y="30897"/>
                    </a:cubicBezTo>
                    <a:lnTo>
                      <a:pt x="0" y="386209"/>
                    </a:lnTo>
                    <a:cubicBezTo>
                      <a:pt x="0" y="403273"/>
                      <a:pt x="13833" y="417106"/>
                      <a:pt x="30897" y="417106"/>
                    </a:cubicBezTo>
                    <a:lnTo>
                      <a:pt x="185381" y="417106"/>
                    </a:lnTo>
                    <a:cubicBezTo>
                      <a:pt x="202444" y="417106"/>
                      <a:pt x="216277" y="403273"/>
                      <a:pt x="216277" y="386209"/>
                    </a:cubicBezTo>
                    <a:lnTo>
                      <a:pt x="216277" y="30897"/>
                    </a:lnTo>
                    <a:cubicBezTo>
                      <a:pt x="216277" y="13833"/>
                      <a:pt x="202444" y="0"/>
                      <a:pt x="185381" y="0"/>
                    </a:cubicBezTo>
                    <a:close/>
                    <a:moveTo>
                      <a:pt x="200829" y="386209"/>
                    </a:moveTo>
                    <a:cubicBezTo>
                      <a:pt x="200829" y="394742"/>
                      <a:pt x="193913" y="401658"/>
                      <a:pt x="185381" y="401658"/>
                    </a:cubicBezTo>
                    <a:lnTo>
                      <a:pt x="30897" y="401658"/>
                    </a:lnTo>
                    <a:cubicBezTo>
                      <a:pt x="22365" y="401658"/>
                      <a:pt x="15448" y="394742"/>
                      <a:pt x="15448" y="386209"/>
                    </a:cubicBezTo>
                    <a:lnTo>
                      <a:pt x="15448" y="30897"/>
                    </a:lnTo>
                    <a:cubicBezTo>
                      <a:pt x="15448" y="22365"/>
                      <a:pt x="22365" y="15448"/>
                      <a:pt x="30897" y="15448"/>
                    </a:cubicBezTo>
                    <a:lnTo>
                      <a:pt x="185381" y="15448"/>
                    </a:lnTo>
                    <a:cubicBezTo>
                      <a:pt x="193913" y="15448"/>
                      <a:pt x="200829" y="22365"/>
                      <a:pt x="200829" y="30897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76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3" name="Freihandform: Form 152">
                <a:extLst>
                  <a:ext uri="{FF2B5EF4-FFF2-40B4-BE49-F238E27FC236}">
                    <a16:creationId xmlns:a16="http://schemas.microsoft.com/office/drawing/2014/main" id="{D687A7CD-CDA8-9E44-E0F1-BD7D3C45E270}"/>
                  </a:ext>
                </a:extLst>
              </p:cNvPr>
              <p:cNvSpPr/>
              <p:nvPr/>
            </p:nvSpPr>
            <p:spPr>
              <a:xfrm>
                <a:off x="7938423" y="5569303"/>
                <a:ext cx="123587" cy="15448"/>
              </a:xfrm>
              <a:custGeom>
                <a:avLst/>
                <a:gdLst>
                  <a:gd name="connsiteX0" fmla="*/ 0 w 123587"/>
                  <a:gd name="connsiteY0" fmla="*/ 0 h 15448"/>
                  <a:gd name="connsiteX1" fmla="*/ 123587 w 123587"/>
                  <a:gd name="connsiteY1" fmla="*/ 0 h 15448"/>
                  <a:gd name="connsiteX2" fmla="*/ 123587 w 123587"/>
                  <a:gd name="connsiteY2" fmla="*/ 15448 h 15448"/>
                  <a:gd name="connsiteX3" fmla="*/ 0 w 123587"/>
                  <a:gd name="connsiteY3" fmla="*/ 15448 h 154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3587" h="15448">
                    <a:moveTo>
                      <a:pt x="0" y="0"/>
                    </a:moveTo>
                    <a:lnTo>
                      <a:pt x="123587" y="0"/>
                    </a:lnTo>
                    <a:lnTo>
                      <a:pt x="123587" y="15448"/>
                    </a:lnTo>
                    <a:lnTo>
                      <a:pt x="0" y="15448"/>
                    </a:ln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76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4" name="Freihandform: Form 153">
                <a:extLst>
                  <a:ext uri="{FF2B5EF4-FFF2-40B4-BE49-F238E27FC236}">
                    <a16:creationId xmlns:a16="http://schemas.microsoft.com/office/drawing/2014/main" id="{957D9705-3FF1-50C3-773B-B6A820567868}"/>
                  </a:ext>
                </a:extLst>
              </p:cNvPr>
              <p:cNvSpPr/>
              <p:nvPr/>
            </p:nvSpPr>
            <p:spPr>
              <a:xfrm>
                <a:off x="7938423" y="5615648"/>
                <a:ext cx="123587" cy="15448"/>
              </a:xfrm>
              <a:custGeom>
                <a:avLst/>
                <a:gdLst>
                  <a:gd name="connsiteX0" fmla="*/ 0 w 123587"/>
                  <a:gd name="connsiteY0" fmla="*/ 0 h 15448"/>
                  <a:gd name="connsiteX1" fmla="*/ 123587 w 123587"/>
                  <a:gd name="connsiteY1" fmla="*/ 0 h 15448"/>
                  <a:gd name="connsiteX2" fmla="*/ 123587 w 123587"/>
                  <a:gd name="connsiteY2" fmla="*/ 15448 h 15448"/>
                  <a:gd name="connsiteX3" fmla="*/ 0 w 123587"/>
                  <a:gd name="connsiteY3" fmla="*/ 15448 h 154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3587" h="15448">
                    <a:moveTo>
                      <a:pt x="0" y="0"/>
                    </a:moveTo>
                    <a:lnTo>
                      <a:pt x="123587" y="0"/>
                    </a:lnTo>
                    <a:lnTo>
                      <a:pt x="123587" y="15448"/>
                    </a:lnTo>
                    <a:lnTo>
                      <a:pt x="0" y="15448"/>
                    </a:ln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76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5" name="Freihandform: Form 154">
                <a:extLst>
                  <a:ext uri="{FF2B5EF4-FFF2-40B4-BE49-F238E27FC236}">
                    <a16:creationId xmlns:a16="http://schemas.microsoft.com/office/drawing/2014/main" id="{0BCA5678-88DD-E0E9-63C8-92EB783D0932}"/>
                  </a:ext>
                </a:extLst>
              </p:cNvPr>
              <p:cNvSpPr/>
              <p:nvPr/>
            </p:nvSpPr>
            <p:spPr>
              <a:xfrm>
                <a:off x="7988630" y="5839649"/>
                <a:ext cx="23172" cy="23172"/>
              </a:xfrm>
              <a:custGeom>
                <a:avLst/>
                <a:gdLst>
                  <a:gd name="connsiteX0" fmla="*/ 23173 w 23172"/>
                  <a:gd name="connsiteY0" fmla="*/ 11586 h 23172"/>
                  <a:gd name="connsiteX1" fmla="*/ 11586 w 23172"/>
                  <a:gd name="connsiteY1" fmla="*/ 23173 h 23172"/>
                  <a:gd name="connsiteX2" fmla="*/ 0 w 23172"/>
                  <a:gd name="connsiteY2" fmla="*/ 11586 h 23172"/>
                  <a:gd name="connsiteX3" fmla="*/ 11586 w 23172"/>
                  <a:gd name="connsiteY3" fmla="*/ 0 h 23172"/>
                  <a:gd name="connsiteX4" fmla="*/ 23173 w 23172"/>
                  <a:gd name="connsiteY4" fmla="*/ 11586 h 231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172" h="23172">
                    <a:moveTo>
                      <a:pt x="23173" y="11586"/>
                    </a:moveTo>
                    <a:cubicBezTo>
                      <a:pt x="23173" y="17985"/>
                      <a:pt x="17985" y="23173"/>
                      <a:pt x="11586" y="23173"/>
                    </a:cubicBezTo>
                    <a:cubicBezTo>
                      <a:pt x="5187" y="23173"/>
                      <a:pt x="0" y="17985"/>
                      <a:pt x="0" y="11586"/>
                    </a:cubicBezTo>
                    <a:cubicBezTo>
                      <a:pt x="0" y="5187"/>
                      <a:pt x="5187" y="0"/>
                      <a:pt x="11586" y="0"/>
                    </a:cubicBezTo>
                    <a:cubicBezTo>
                      <a:pt x="17985" y="0"/>
                      <a:pt x="23173" y="5187"/>
                      <a:pt x="23173" y="11586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76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cxnSp>
        <p:nvCxnSpPr>
          <p:cNvPr id="51" name="Verbinder: gewinkelt 50">
            <a:extLst>
              <a:ext uri="{FF2B5EF4-FFF2-40B4-BE49-F238E27FC236}">
                <a16:creationId xmlns:a16="http://schemas.microsoft.com/office/drawing/2014/main" id="{B0061326-5EE6-0617-CAA3-A13A4C53AE27}"/>
              </a:ext>
            </a:extLst>
          </p:cNvPr>
          <p:cNvCxnSpPr>
            <a:cxnSpLocks/>
            <a:stCxn id="147" idx="0"/>
            <a:endCxn id="20" idx="3"/>
          </p:cNvCxnSpPr>
          <p:nvPr/>
        </p:nvCxnSpPr>
        <p:spPr>
          <a:xfrm rot="16200000" flipV="1">
            <a:off x="9805998" y="3345668"/>
            <a:ext cx="198195" cy="1056832"/>
          </a:xfrm>
          <a:prstGeom prst="bentConnector2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hteck 51">
            <a:extLst>
              <a:ext uri="{FF2B5EF4-FFF2-40B4-BE49-F238E27FC236}">
                <a16:creationId xmlns:a16="http://schemas.microsoft.com/office/drawing/2014/main" id="{09E5F778-FBE4-240E-05AE-836E4F9C94E1}"/>
              </a:ext>
            </a:extLst>
          </p:cNvPr>
          <p:cNvSpPr/>
          <p:nvPr/>
        </p:nvSpPr>
        <p:spPr>
          <a:xfrm>
            <a:off x="2700790" y="276581"/>
            <a:ext cx="2034485" cy="889905"/>
          </a:xfrm>
          <a:prstGeom prst="rect">
            <a:avLst/>
          </a:prstGeom>
          <a:solidFill>
            <a:srgbClr val="4472C4">
              <a:lumMod val="40000"/>
              <a:lumOff val="60000"/>
            </a:srgb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tIns="0"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SAP Public Cloud (BTP)</a:t>
            </a:r>
          </a:p>
        </p:txBody>
      </p:sp>
      <p:grpSp>
        <p:nvGrpSpPr>
          <p:cNvPr id="55" name="Gruppieren 54">
            <a:extLst>
              <a:ext uri="{FF2B5EF4-FFF2-40B4-BE49-F238E27FC236}">
                <a16:creationId xmlns:a16="http://schemas.microsoft.com/office/drawing/2014/main" id="{C2B94A34-C2CA-DB9F-8C8F-684FB9DE290E}"/>
              </a:ext>
            </a:extLst>
          </p:cNvPr>
          <p:cNvGrpSpPr/>
          <p:nvPr/>
        </p:nvGrpSpPr>
        <p:grpSpPr>
          <a:xfrm>
            <a:off x="2800750" y="500649"/>
            <a:ext cx="1883152" cy="569239"/>
            <a:chOff x="3359121" y="2988736"/>
            <a:chExt cx="1883152" cy="569239"/>
          </a:xfrm>
        </p:grpSpPr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F343CB04-3F15-2C53-2CAE-B764124937F0}"/>
                </a:ext>
              </a:extLst>
            </p:cNvPr>
            <p:cNvSpPr/>
            <p:nvPr/>
          </p:nvSpPr>
          <p:spPr>
            <a:xfrm>
              <a:off x="3359121" y="2988736"/>
              <a:ext cx="1883152" cy="56923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58" name="Picture 8" descr="SAP – Wikipedia">
              <a:extLst>
                <a:ext uri="{FF2B5EF4-FFF2-40B4-BE49-F238E27FC236}">
                  <a16:creationId xmlns:a16="http://schemas.microsoft.com/office/drawing/2014/main" id="{F0378000-0DFE-5C52-068B-6F17F1175F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65730" y="2997601"/>
              <a:ext cx="355352" cy="1756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0" name="Rechteck 19">
            <a:extLst>
              <a:ext uri="{FF2B5EF4-FFF2-40B4-BE49-F238E27FC236}">
                <a16:creationId xmlns:a16="http://schemas.microsoft.com/office/drawing/2014/main" id="{9C76802A-A5AE-D37F-5439-76C860B05C03}"/>
              </a:ext>
            </a:extLst>
          </p:cNvPr>
          <p:cNvSpPr/>
          <p:nvPr/>
        </p:nvSpPr>
        <p:spPr bwMode="gray">
          <a:xfrm>
            <a:off x="7811149" y="3511669"/>
            <a:ext cx="1565530" cy="52663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 cmpd="sng" algn="ctr">
            <a:solidFill>
              <a:schemeClr val="bg2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none" rtlCol="0" anchor="ctr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+mn-ea"/>
              <a:cs typeface="Calibri" charset="0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FD2889BA-94CF-947F-E51A-CEC471135994}"/>
              </a:ext>
            </a:extLst>
          </p:cNvPr>
          <p:cNvSpPr/>
          <p:nvPr/>
        </p:nvSpPr>
        <p:spPr>
          <a:xfrm>
            <a:off x="346736" y="3724054"/>
            <a:ext cx="5002184" cy="45021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S/4HANA ERP</a:t>
            </a:r>
          </a:p>
        </p:txBody>
      </p:sp>
      <p:pic>
        <p:nvPicPr>
          <p:cNvPr id="59" name="Picture 8" descr="SAP – Wikipedia">
            <a:extLst>
              <a:ext uri="{FF2B5EF4-FFF2-40B4-BE49-F238E27FC236}">
                <a16:creationId xmlns:a16="http://schemas.microsoft.com/office/drawing/2014/main" id="{B0E6B033-CB8B-C17B-153D-27E0E9777B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130" y="3730448"/>
            <a:ext cx="355352" cy="175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Rechteck 60">
            <a:extLst>
              <a:ext uri="{FF2B5EF4-FFF2-40B4-BE49-F238E27FC236}">
                <a16:creationId xmlns:a16="http://schemas.microsoft.com/office/drawing/2014/main" id="{08F27EEC-9DD3-0AB1-3990-DFCF198318C1}"/>
              </a:ext>
            </a:extLst>
          </p:cNvPr>
          <p:cNvSpPr/>
          <p:nvPr/>
        </p:nvSpPr>
        <p:spPr>
          <a:xfrm>
            <a:off x="306861" y="2212852"/>
            <a:ext cx="5121530" cy="132087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lIns="0" tIns="0" rIns="36000" bIns="36000" rtlCol="0" anchor="b" anchorCtr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36835583-3A1D-309A-D388-0F67891E6708}"/>
              </a:ext>
            </a:extLst>
          </p:cNvPr>
          <p:cNvSpPr/>
          <p:nvPr/>
        </p:nvSpPr>
        <p:spPr bwMode="gray">
          <a:xfrm>
            <a:off x="5997630" y="1611717"/>
            <a:ext cx="5964021" cy="158321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 cmpd="sng" algn="ctr">
            <a:solidFill>
              <a:schemeClr val="bg2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none" rtlCol="0" anchor="b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                                                                                                     </a:t>
            </a:r>
          </a:p>
        </p:txBody>
      </p:sp>
      <p:cxnSp>
        <p:nvCxnSpPr>
          <p:cNvPr id="31" name="Verbinder: gewinkelt 30">
            <a:extLst>
              <a:ext uri="{FF2B5EF4-FFF2-40B4-BE49-F238E27FC236}">
                <a16:creationId xmlns:a16="http://schemas.microsoft.com/office/drawing/2014/main" id="{27D2D3D5-100F-B807-595F-51B7ED0454D4}"/>
              </a:ext>
            </a:extLst>
          </p:cNvPr>
          <p:cNvCxnSpPr>
            <a:cxnSpLocks/>
            <a:stCxn id="76" idx="0"/>
          </p:cNvCxnSpPr>
          <p:nvPr/>
        </p:nvCxnSpPr>
        <p:spPr>
          <a:xfrm rot="16200000" flipV="1">
            <a:off x="5784199" y="-212033"/>
            <a:ext cx="1579912" cy="3790435"/>
          </a:xfrm>
          <a:prstGeom prst="bentConnector2">
            <a:avLst/>
          </a:prstGeom>
          <a:ln w="19050">
            <a:solidFill>
              <a:srgbClr val="0070C0"/>
            </a:solidFill>
            <a:prstDash val="solid"/>
            <a:headEnd type="triangl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Verbinder: gewinkelt 14">
            <a:extLst>
              <a:ext uri="{FF2B5EF4-FFF2-40B4-BE49-F238E27FC236}">
                <a16:creationId xmlns:a16="http://schemas.microsoft.com/office/drawing/2014/main" id="{90AEA84D-7B7A-BAE4-A58C-26CFE514272D}"/>
              </a:ext>
            </a:extLst>
          </p:cNvPr>
          <p:cNvCxnSpPr>
            <a:cxnSpLocks/>
            <a:endCxn id="57" idx="2"/>
          </p:cNvCxnSpPr>
          <p:nvPr/>
        </p:nvCxnSpPr>
        <p:spPr>
          <a:xfrm rot="16200000" flipV="1">
            <a:off x="3478372" y="1333842"/>
            <a:ext cx="2290486" cy="1762578"/>
          </a:xfrm>
          <a:prstGeom prst="bentConnector3">
            <a:avLst>
              <a:gd name="adj1" fmla="val 52652"/>
            </a:avLst>
          </a:prstGeom>
          <a:ln w="19050">
            <a:solidFill>
              <a:srgbClr val="0070C0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1" name="Textfeld 1130">
            <a:extLst>
              <a:ext uri="{FF2B5EF4-FFF2-40B4-BE49-F238E27FC236}">
                <a16:creationId xmlns:a16="http://schemas.microsoft.com/office/drawing/2014/main" id="{225C9516-6450-BDA2-BF3F-5B72C65F641F}"/>
              </a:ext>
            </a:extLst>
          </p:cNvPr>
          <p:cNvSpPr txBox="1"/>
          <p:nvPr/>
        </p:nvSpPr>
        <p:spPr>
          <a:xfrm>
            <a:off x="2962825" y="1339492"/>
            <a:ext cx="541317" cy="30059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rPr>
              <a:t>ftp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rPr>
              <a:t>(Dateien)</a:t>
            </a:r>
          </a:p>
        </p:txBody>
      </p:sp>
      <p:sp>
        <p:nvSpPr>
          <p:cNvPr id="1132" name="Textfeld 1131">
            <a:extLst>
              <a:ext uri="{FF2B5EF4-FFF2-40B4-BE49-F238E27FC236}">
                <a16:creationId xmlns:a16="http://schemas.microsoft.com/office/drawing/2014/main" id="{79C54409-F830-9463-3AC3-16360781D0C5}"/>
              </a:ext>
            </a:extLst>
          </p:cNvPr>
          <p:cNvSpPr txBox="1"/>
          <p:nvPr/>
        </p:nvSpPr>
        <p:spPr>
          <a:xfrm>
            <a:off x="3730138" y="1344221"/>
            <a:ext cx="1006945" cy="30059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rPr>
              <a:t>oData</a:t>
            </a:r>
            <a:endParaRPr kumimoji="0" lang="de-DE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Arial Narrow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rPr>
              <a:t>(Einzelbuchungen)</a:t>
            </a:r>
          </a:p>
        </p:txBody>
      </p:sp>
      <p:cxnSp>
        <p:nvCxnSpPr>
          <p:cNvPr id="1145" name="Verbinder: gewinkelt 1144">
            <a:extLst>
              <a:ext uri="{FF2B5EF4-FFF2-40B4-BE49-F238E27FC236}">
                <a16:creationId xmlns:a16="http://schemas.microsoft.com/office/drawing/2014/main" id="{9CFB5E79-B611-1995-361A-9EEEF07D9604}"/>
              </a:ext>
            </a:extLst>
          </p:cNvPr>
          <p:cNvCxnSpPr>
            <a:cxnSpLocks/>
            <a:stCxn id="77" idx="0"/>
            <a:endCxn id="57" idx="3"/>
          </p:cNvCxnSpPr>
          <p:nvPr/>
        </p:nvCxnSpPr>
        <p:spPr>
          <a:xfrm rot="16200000" flipV="1">
            <a:off x="6212671" y="-743499"/>
            <a:ext cx="1682395" cy="4739931"/>
          </a:xfrm>
          <a:prstGeom prst="bentConnector2">
            <a:avLst/>
          </a:prstGeom>
          <a:ln w="19050">
            <a:solidFill>
              <a:srgbClr val="0070C0"/>
            </a:solidFill>
            <a:prstDash val="solid"/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hteck 53">
            <a:extLst>
              <a:ext uri="{FF2B5EF4-FFF2-40B4-BE49-F238E27FC236}">
                <a16:creationId xmlns:a16="http://schemas.microsoft.com/office/drawing/2014/main" id="{19B35CFC-7F9F-FDB8-D79C-04F243ADFBEF}"/>
              </a:ext>
            </a:extLst>
          </p:cNvPr>
          <p:cNvSpPr/>
          <p:nvPr/>
        </p:nvSpPr>
        <p:spPr bwMode="gray">
          <a:xfrm>
            <a:off x="7811148" y="4281881"/>
            <a:ext cx="1565530" cy="40017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 cmpd="sng" algn="ctr">
            <a:solidFill>
              <a:schemeClr val="bg2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none" rtlCol="0" anchor="b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SZENTP0511/R3FTP</a:t>
            </a:r>
          </a:p>
        </p:txBody>
      </p:sp>
      <p:sp>
        <p:nvSpPr>
          <p:cNvPr id="73" name="Rechteck 72">
            <a:extLst>
              <a:ext uri="{FF2B5EF4-FFF2-40B4-BE49-F238E27FC236}">
                <a16:creationId xmlns:a16="http://schemas.microsoft.com/office/drawing/2014/main" id="{131D527E-52AA-C9D0-CC09-B14390E79750}"/>
              </a:ext>
            </a:extLst>
          </p:cNvPr>
          <p:cNvSpPr/>
          <p:nvPr/>
        </p:nvSpPr>
        <p:spPr bwMode="gray">
          <a:xfrm>
            <a:off x="8710679" y="2974529"/>
            <a:ext cx="468000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mpd="sng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Root</a:t>
            </a:r>
          </a:p>
        </p:txBody>
      </p:sp>
      <p:sp>
        <p:nvSpPr>
          <p:cNvPr id="74" name="Rechteck 73">
            <a:extLst>
              <a:ext uri="{FF2B5EF4-FFF2-40B4-BE49-F238E27FC236}">
                <a16:creationId xmlns:a16="http://schemas.microsoft.com/office/drawing/2014/main" id="{A193557E-E36E-C0DD-56AE-F794674916D6}"/>
              </a:ext>
            </a:extLst>
          </p:cNvPr>
          <p:cNvSpPr/>
          <p:nvPr/>
        </p:nvSpPr>
        <p:spPr bwMode="gray">
          <a:xfrm>
            <a:off x="8515874" y="2741346"/>
            <a:ext cx="396000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mpd="sng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FromUser</a:t>
            </a:r>
            <a:endParaRPr kumimoji="0" lang="de-DE" sz="7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charset="0"/>
              <a:ea typeface="+mn-ea"/>
              <a:cs typeface="Calibri" charset="0"/>
            </a:endParaRPr>
          </a:p>
        </p:txBody>
      </p:sp>
      <p:sp>
        <p:nvSpPr>
          <p:cNvPr id="75" name="Rechteck 74">
            <a:extLst>
              <a:ext uri="{FF2B5EF4-FFF2-40B4-BE49-F238E27FC236}">
                <a16:creationId xmlns:a16="http://schemas.microsoft.com/office/drawing/2014/main" id="{12331D6D-7859-A04F-0DA7-DD75767E426B}"/>
              </a:ext>
            </a:extLst>
          </p:cNvPr>
          <p:cNvSpPr/>
          <p:nvPr/>
        </p:nvSpPr>
        <p:spPr bwMode="gray">
          <a:xfrm>
            <a:off x="8980679" y="2740142"/>
            <a:ext cx="396000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mpd="sng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ToUser</a:t>
            </a:r>
            <a:endParaRPr kumimoji="0" lang="de-DE" sz="7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charset="0"/>
              <a:ea typeface="+mn-ea"/>
              <a:cs typeface="Calibri" charset="0"/>
            </a:endParaRPr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1CBEBEA8-9179-0182-B437-9B4868D057D3}"/>
              </a:ext>
            </a:extLst>
          </p:cNvPr>
          <p:cNvSpPr/>
          <p:nvPr/>
        </p:nvSpPr>
        <p:spPr bwMode="gray">
          <a:xfrm>
            <a:off x="8235372" y="2473141"/>
            <a:ext cx="468000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 algn="ctr">
            <a:solidFill>
              <a:srgbClr val="0070C0"/>
            </a:solidFill>
            <a:miter lim="800000"/>
            <a:headEnd/>
            <a:tailEnd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FromSAPS4</a:t>
            </a:r>
          </a:p>
        </p:txBody>
      </p:sp>
      <p:sp>
        <p:nvSpPr>
          <p:cNvPr id="77" name="Rechteck 76">
            <a:extLst>
              <a:ext uri="{FF2B5EF4-FFF2-40B4-BE49-F238E27FC236}">
                <a16:creationId xmlns:a16="http://schemas.microsoft.com/office/drawing/2014/main" id="{002581D2-2F1C-9F28-EB16-33AD03AD6014}"/>
              </a:ext>
            </a:extLst>
          </p:cNvPr>
          <p:cNvSpPr/>
          <p:nvPr/>
        </p:nvSpPr>
        <p:spPr bwMode="gray">
          <a:xfrm>
            <a:off x="9189833" y="2467664"/>
            <a:ext cx="468000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 algn="ctr">
            <a:solidFill>
              <a:srgbClr val="0070C0"/>
            </a:solidFill>
            <a:miter lim="800000"/>
            <a:headEnd/>
            <a:tailEnd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ToSAPS4</a:t>
            </a:r>
          </a:p>
        </p:txBody>
      </p:sp>
      <p:sp>
        <p:nvSpPr>
          <p:cNvPr id="79" name="Rechteck 78">
            <a:extLst>
              <a:ext uri="{FF2B5EF4-FFF2-40B4-BE49-F238E27FC236}">
                <a16:creationId xmlns:a16="http://schemas.microsoft.com/office/drawing/2014/main" id="{AFDD039D-425A-0DB8-3E5A-805BFD637405}"/>
              </a:ext>
            </a:extLst>
          </p:cNvPr>
          <p:cNvSpPr/>
          <p:nvPr/>
        </p:nvSpPr>
        <p:spPr bwMode="gray">
          <a:xfrm>
            <a:off x="7271639" y="1676874"/>
            <a:ext cx="864000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mpd="sng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1036_04_PayPal_BPCS</a:t>
            </a:r>
          </a:p>
        </p:txBody>
      </p:sp>
      <p:cxnSp>
        <p:nvCxnSpPr>
          <p:cNvPr id="82" name="Verbinder: gewinkelt 81">
            <a:extLst>
              <a:ext uri="{FF2B5EF4-FFF2-40B4-BE49-F238E27FC236}">
                <a16:creationId xmlns:a16="http://schemas.microsoft.com/office/drawing/2014/main" id="{68C601BC-A789-CEC8-9430-EBF652729CF2}"/>
              </a:ext>
            </a:extLst>
          </p:cNvPr>
          <p:cNvCxnSpPr>
            <a:cxnSpLocks/>
            <a:stCxn id="79" idx="3"/>
            <a:endCxn id="76" idx="1"/>
          </p:cNvCxnSpPr>
          <p:nvPr/>
        </p:nvCxnSpPr>
        <p:spPr>
          <a:xfrm>
            <a:off x="8135639" y="1748874"/>
            <a:ext cx="99733" cy="796267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Verbinder: gewinkelt 91">
            <a:extLst>
              <a:ext uri="{FF2B5EF4-FFF2-40B4-BE49-F238E27FC236}">
                <a16:creationId xmlns:a16="http://schemas.microsoft.com/office/drawing/2014/main" id="{F107C7E1-0A72-0FAB-7CFB-2529F626F11E}"/>
              </a:ext>
            </a:extLst>
          </p:cNvPr>
          <p:cNvCxnSpPr>
            <a:cxnSpLocks/>
            <a:stCxn id="74" idx="2"/>
            <a:endCxn id="73" idx="0"/>
          </p:cNvCxnSpPr>
          <p:nvPr/>
        </p:nvCxnSpPr>
        <p:spPr>
          <a:xfrm rot="16200000" flipH="1">
            <a:off x="8784685" y="2814534"/>
            <a:ext cx="89183" cy="230805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Verbinder: gewinkelt 94">
            <a:extLst>
              <a:ext uri="{FF2B5EF4-FFF2-40B4-BE49-F238E27FC236}">
                <a16:creationId xmlns:a16="http://schemas.microsoft.com/office/drawing/2014/main" id="{C12018F7-4B46-C415-26A8-F2B1573363EC}"/>
              </a:ext>
            </a:extLst>
          </p:cNvPr>
          <p:cNvCxnSpPr>
            <a:cxnSpLocks/>
            <a:stCxn id="73" idx="0"/>
            <a:endCxn id="75" idx="2"/>
          </p:cNvCxnSpPr>
          <p:nvPr/>
        </p:nvCxnSpPr>
        <p:spPr>
          <a:xfrm rot="5400000" flipH="1" flipV="1">
            <a:off x="9016486" y="2812336"/>
            <a:ext cx="90387" cy="234000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7" name="Rechteck 1046">
            <a:extLst>
              <a:ext uri="{FF2B5EF4-FFF2-40B4-BE49-F238E27FC236}">
                <a16:creationId xmlns:a16="http://schemas.microsoft.com/office/drawing/2014/main" id="{A4BC50CD-07BA-4388-3D0A-7BF087778495}"/>
              </a:ext>
            </a:extLst>
          </p:cNvPr>
          <p:cNvSpPr/>
          <p:nvPr/>
        </p:nvSpPr>
        <p:spPr bwMode="gray">
          <a:xfrm>
            <a:off x="7271639" y="1868323"/>
            <a:ext cx="864000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mpd="sng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1002_01_AIRPLUS</a:t>
            </a:r>
          </a:p>
        </p:txBody>
      </p:sp>
      <p:sp>
        <p:nvSpPr>
          <p:cNvPr id="1054" name="Rechteck 1053">
            <a:extLst>
              <a:ext uri="{FF2B5EF4-FFF2-40B4-BE49-F238E27FC236}">
                <a16:creationId xmlns:a16="http://schemas.microsoft.com/office/drawing/2014/main" id="{8B1B3F7D-8E8C-4F50-F518-2426672C1321}"/>
              </a:ext>
            </a:extLst>
          </p:cNvPr>
          <p:cNvSpPr/>
          <p:nvPr/>
        </p:nvSpPr>
        <p:spPr bwMode="gray">
          <a:xfrm>
            <a:off x="7271639" y="2053736"/>
            <a:ext cx="864000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mpd="sng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…</a:t>
            </a:r>
          </a:p>
        </p:txBody>
      </p:sp>
      <p:cxnSp>
        <p:nvCxnSpPr>
          <p:cNvPr id="1062" name="Verbinder: gewinkelt 1061">
            <a:extLst>
              <a:ext uri="{FF2B5EF4-FFF2-40B4-BE49-F238E27FC236}">
                <a16:creationId xmlns:a16="http://schemas.microsoft.com/office/drawing/2014/main" id="{82B855AA-D06C-10CB-424B-49036A3A2608}"/>
              </a:ext>
            </a:extLst>
          </p:cNvPr>
          <p:cNvCxnSpPr>
            <a:cxnSpLocks/>
            <a:stCxn id="1047" idx="3"/>
            <a:endCxn id="76" idx="1"/>
          </p:cNvCxnSpPr>
          <p:nvPr/>
        </p:nvCxnSpPr>
        <p:spPr>
          <a:xfrm>
            <a:off x="8135639" y="1940323"/>
            <a:ext cx="99733" cy="60481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6" name="Verbinder: gewinkelt 1065">
            <a:extLst>
              <a:ext uri="{FF2B5EF4-FFF2-40B4-BE49-F238E27FC236}">
                <a16:creationId xmlns:a16="http://schemas.microsoft.com/office/drawing/2014/main" id="{B1EC1769-303A-2E7E-080B-BD92401ED7ED}"/>
              </a:ext>
            </a:extLst>
          </p:cNvPr>
          <p:cNvCxnSpPr>
            <a:cxnSpLocks/>
            <a:stCxn id="76" idx="1"/>
            <a:endCxn id="1054" idx="3"/>
          </p:cNvCxnSpPr>
          <p:nvPr/>
        </p:nvCxnSpPr>
        <p:spPr>
          <a:xfrm rot="10800000">
            <a:off x="8135640" y="2125737"/>
            <a:ext cx="99733" cy="419405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9" name="Verbinder: gewinkelt 1078">
            <a:extLst>
              <a:ext uri="{FF2B5EF4-FFF2-40B4-BE49-F238E27FC236}">
                <a16:creationId xmlns:a16="http://schemas.microsoft.com/office/drawing/2014/main" id="{F853CF19-2B24-8DFE-2BA1-F313E2DE229D}"/>
              </a:ext>
            </a:extLst>
          </p:cNvPr>
          <p:cNvCxnSpPr>
            <a:cxnSpLocks/>
            <a:stCxn id="1161" idx="1"/>
            <a:endCxn id="77" idx="3"/>
          </p:cNvCxnSpPr>
          <p:nvPr/>
        </p:nvCxnSpPr>
        <p:spPr>
          <a:xfrm rot="10800000" flipV="1">
            <a:off x="9657834" y="1748874"/>
            <a:ext cx="103669" cy="790789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2" name="Verbinder: gewinkelt 1081">
            <a:extLst>
              <a:ext uri="{FF2B5EF4-FFF2-40B4-BE49-F238E27FC236}">
                <a16:creationId xmlns:a16="http://schemas.microsoft.com/office/drawing/2014/main" id="{9D317E85-E5C0-0DA7-DA9B-81CC309ABDEA}"/>
              </a:ext>
            </a:extLst>
          </p:cNvPr>
          <p:cNvCxnSpPr>
            <a:cxnSpLocks/>
            <a:stCxn id="1162" idx="1"/>
            <a:endCxn id="77" idx="3"/>
          </p:cNvCxnSpPr>
          <p:nvPr/>
        </p:nvCxnSpPr>
        <p:spPr>
          <a:xfrm rot="10800000" flipV="1">
            <a:off x="9657834" y="1940324"/>
            <a:ext cx="103669" cy="599340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5" name="Verbinder: gewinkelt 1084">
            <a:extLst>
              <a:ext uri="{FF2B5EF4-FFF2-40B4-BE49-F238E27FC236}">
                <a16:creationId xmlns:a16="http://schemas.microsoft.com/office/drawing/2014/main" id="{BC0670AB-70F7-6395-4B29-7F050BC5C2F7}"/>
              </a:ext>
            </a:extLst>
          </p:cNvPr>
          <p:cNvCxnSpPr>
            <a:cxnSpLocks/>
            <a:stCxn id="1163" idx="1"/>
            <a:endCxn id="77" idx="3"/>
          </p:cNvCxnSpPr>
          <p:nvPr/>
        </p:nvCxnSpPr>
        <p:spPr>
          <a:xfrm rot="10800000" flipV="1">
            <a:off x="9657834" y="2125736"/>
            <a:ext cx="103669" cy="413927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3" name="Pfeil: nach oben und unten 1172">
            <a:extLst>
              <a:ext uri="{FF2B5EF4-FFF2-40B4-BE49-F238E27FC236}">
                <a16:creationId xmlns:a16="http://schemas.microsoft.com/office/drawing/2014/main" id="{2E741369-760B-3F24-21B9-C4BFD78C7663}"/>
              </a:ext>
            </a:extLst>
          </p:cNvPr>
          <p:cNvSpPr/>
          <p:nvPr/>
        </p:nvSpPr>
        <p:spPr bwMode="gray">
          <a:xfrm>
            <a:off x="8433829" y="3213348"/>
            <a:ext cx="276850" cy="287670"/>
          </a:xfrm>
          <a:prstGeom prst="upDownArrow">
            <a:avLst>
              <a:gd name="adj1" fmla="val 50000"/>
              <a:gd name="adj2" fmla="val 35816"/>
            </a:avLst>
          </a:prstGeom>
          <a:solidFill>
            <a:schemeClr val="bg2">
              <a:lumMod val="40000"/>
              <a:lumOff val="60000"/>
            </a:schemeClr>
          </a:solidFill>
          <a:ln w="9525" cmpd="sng" algn="ctr">
            <a:solidFill>
              <a:schemeClr val="bg2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none" rtlCol="0" anchor="b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+mn-ea"/>
              <a:cs typeface="Calibri" charset="0"/>
            </a:endParaRPr>
          </a:p>
        </p:txBody>
      </p:sp>
      <p:sp>
        <p:nvSpPr>
          <p:cNvPr id="1174" name="Pfeil: nach unten 1173">
            <a:extLst>
              <a:ext uri="{FF2B5EF4-FFF2-40B4-BE49-F238E27FC236}">
                <a16:creationId xmlns:a16="http://schemas.microsoft.com/office/drawing/2014/main" id="{6D67E97D-7E2C-661E-C0F5-A3623BE1D209}"/>
              </a:ext>
            </a:extLst>
          </p:cNvPr>
          <p:cNvSpPr/>
          <p:nvPr/>
        </p:nvSpPr>
        <p:spPr bwMode="gray">
          <a:xfrm>
            <a:off x="8478253" y="4080211"/>
            <a:ext cx="245599" cy="176190"/>
          </a:xfrm>
          <a:prstGeom prst="downArrow">
            <a:avLst/>
          </a:prstGeom>
          <a:solidFill>
            <a:schemeClr val="bg2">
              <a:lumMod val="40000"/>
              <a:lumOff val="60000"/>
            </a:schemeClr>
          </a:solidFill>
          <a:ln w="9525" cmpd="sng" algn="ctr">
            <a:solidFill>
              <a:schemeClr val="bg2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none" rtlCol="0" anchor="b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+mn-ea"/>
              <a:cs typeface="Calibri" charset="0"/>
            </a:endParaRPr>
          </a:p>
        </p:txBody>
      </p:sp>
      <p:sp>
        <p:nvSpPr>
          <p:cNvPr id="1175" name="Rechteck 1174">
            <a:extLst>
              <a:ext uri="{FF2B5EF4-FFF2-40B4-BE49-F238E27FC236}">
                <a16:creationId xmlns:a16="http://schemas.microsoft.com/office/drawing/2014/main" id="{5C6E1B5E-AB9C-6DD3-F8D6-2942EAF70BC6}"/>
              </a:ext>
            </a:extLst>
          </p:cNvPr>
          <p:cNvSpPr/>
          <p:nvPr/>
        </p:nvSpPr>
        <p:spPr bwMode="gray">
          <a:xfrm>
            <a:off x="8367052" y="4342248"/>
            <a:ext cx="468000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mpd="sng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Archive</a:t>
            </a:r>
          </a:p>
        </p:txBody>
      </p:sp>
      <p:sp>
        <p:nvSpPr>
          <p:cNvPr id="1180" name="Rechteck 1179">
            <a:extLst>
              <a:ext uri="{FF2B5EF4-FFF2-40B4-BE49-F238E27FC236}">
                <a16:creationId xmlns:a16="http://schemas.microsoft.com/office/drawing/2014/main" id="{A1413F4E-0F12-2715-B414-7D81B7F7B8D3}"/>
              </a:ext>
            </a:extLst>
          </p:cNvPr>
          <p:cNvSpPr/>
          <p:nvPr/>
        </p:nvSpPr>
        <p:spPr bwMode="gray">
          <a:xfrm>
            <a:off x="3666549" y="2906265"/>
            <a:ext cx="468000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 algn="ctr">
            <a:solidFill>
              <a:srgbClr val="0070C0"/>
            </a:solidFill>
            <a:miter lim="800000"/>
            <a:headEnd/>
            <a:tailEnd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FromSAPS4</a:t>
            </a:r>
          </a:p>
        </p:txBody>
      </p:sp>
      <p:sp>
        <p:nvSpPr>
          <p:cNvPr id="1181" name="Rechteck 1180">
            <a:extLst>
              <a:ext uri="{FF2B5EF4-FFF2-40B4-BE49-F238E27FC236}">
                <a16:creationId xmlns:a16="http://schemas.microsoft.com/office/drawing/2014/main" id="{9807BF1C-C6CC-92BC-4B21-B7972444BB63}"/>
              </a:ext>
            </a:extLst>
          </p:cNvPr>
          <p:cNvSpPr/>
          <p:nvPr/>
        </p:nvSpPr>
        <p:spPr bwMode="gray">
          <a:xfrm>
            <a:off x="4183351" y="2905543"/>
            <a:ext cx="468000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 algn="ctr">
            <a:solidFill>
              <a:srgbClr val="0070C0"/>
            </a:solidFill>
            <a:miter lim="800000"/>
            <a:headEnd/>
            <a:tailEnd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ToSAPS4</a:t>
            </a:r>
          </a:p>
        </p:txBody>
      </p:sp>
      <p:sp>
        <p:nvSpPr>
          <p:cNvPr id="1033" name="Rechteck 1032">
            <a:extLst>
              <a:ext uri="{FF2B5EF4-FFF2-40B4-BE49-F238E27FC236}">
                <a16:creationId xmlns:a16="http://schemas.microsoft.com/office/drawing/2014/main" id="{F17DBA82-C14F-2984-E704-054F4B37AC29}"/>
              </a:ext>
            </a:extLst>
          </p:cNvPr>
          <p:cNvSpPr/>
          <p:nvPr/>
        </p:nvSpPr>
        <p:spPr bwMode="gray">
          <a:xfrm>
            <a:off x="3920025" y="3136447"/>
            <a:ext cx="468000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 algn="ctr">
            <a:solidFill>
              <a:srgbClr val="0070C0"/>
            </a:solidFill>
            <a:miter lim="800000"/>
            <a:headEnd/>
            <a:tailEnd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interfaces</a:t>
            </a:r>
            <a:endParaRPr kumimoji="0" lang="de-DE" sz="7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charset="0"/>
              <a:ea typeface="+mn-ea"/>
              <a:cs typeface="Calibri" charset="0"/>
            </a:endParaRPr>
          </a:p>
        </p:txBody>
      </p:sp>
      <p:cxnSp>
        <p:nvCxnSpPr>
          <p:cNvPr id="1036" name="Verbinder: gewinkelt 1035">
            <a:extLst>
              <a:ext uri="{FF2B5EF4-FFF2-40B4-BE49-F238E27FC236}">
                <a16:creationId xmlns:a16="http://schemas.microsoft.com/office/drawing/2014/main" id="{2FF4FAD5-DD9F-E54E-02D8-B180202E16F1}"/>
              </a:ext>
            </a:extLst>
          </p:cNvPr>
          <p:cNvCxnSpPr>
            <a:cxnSpLocks/>
            <a:stCxn id="1033" idx="0"/>
            <a:endCxn id="1180" idx="2"/>
          </p:cNvCxnSpPr>
          <p:nvPr/>
        </p:nvCxnSpPr>
        <p:spPr>
          <a:xfrm rot="16200000" flipV="1">
            <a:off x="3984196" y="2966618"/>
            <a:ext cx="86182" cy="253476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9" name="Verbinder: gewinkelt 1038">
            <a:extLst>
              <a:ext uri="{FF2B5EF4-FFF2-40B4-BE49-F238E27FC236}">
                <a16:creationId xmlns:a16="http://schemas.microsoft.com/office/drawing/2014/main" id="{74A1A5A5-40C8-0224-E9D2-67F86E35F9F5}"/>
              </a:ext>
            </a:extLst>
          </p:cNvPr>
          <p:cNvCxnSpPr>
            <a:cxnSpLocks/>
            <a:stCxn id="1033" idx="0"/>
            <a:endCxn id="1181" idx="2"/>
          </p:cNvCxnSpPr>
          <p:nvPr/>
        </p:nvCxnSpPr>
        <p:spPr>
          <a:xfrm rot="5400000" flipH="1" flipV="1">
            <a:off x="4242236" y="2961332"/>
            <a:ext cx="86904" cy="263326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4" name="Textfeld 1043">
            <a:extLst>
              <a:ext uri="{FF2B5EF4-FFF2-40B4-BE49-F238E27FC236}">
                <a16:creationId xmlns:a16="http://schemas.microsoft.com/office/drawing/2014/main" id="{3CD104CB-EEB4-E40B-026E-51C935C31082}"/>
              </a:ext>
            </a:extLst>
          </p:cNvPr>
          <p:cNvSpPr txBox="1"/>
          <p:nvPr/>
        </p:nvSpPr>
        <p:spPr>
          <a:xfrm>
            <a:off x="6051261" y="2910777"/>
            <a:ext cx="1028718" cy="31136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URL Prod: mft.adac.de</a:t>
            </a:r>
            <a:endParaRPr kumimoji="0" lang="de-DE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URL Int:    mftt.adac.de</a:t>
            </a:r>
            <a:endParaRPr kumimoji="0" lang="de-DE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de-DE" sz="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Arial Narrow" pitchFamily="34" charset="0"/>
            </a:endParaRPr>
          </a:p>
        </p:txBody>
      </p:sp>
      <p:sp>
        <p:nvSpPr>
          <p:cNvPr id="1049" name="Textfeld 1048">
            <a:extLst>
              <a:ext uri="{FF2B5EF4-FFF2-40B4-BE49-F238E27FC236}">
                <a16:creationId xmlns:a16="http://schemas.microsoft.com/office/drawing/2014/main" id="{820C8363-7C6C-54E6-0D71-32B58C894D38}"/>
              </a:ext>
            </a:extLst>
          </p:cNvPr>
          <p:cNvSpPr txBox="1"/>
          <p:nvPr/>
        </p:nvSpPr>
        <p:spPr>
          <a:xfrm>
            <a:off x="346736" y="4282914"/>
            <a:ext cx="5195326" cy="434991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rPr>
              <a:t>Beispielpfad für Schnittstellenprogramm: /S4DATA/</a:t>
            </a:r>
            <a:r>
              <a:rPr kumimoji="0" lang="de-DE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rPr>
              <a:t>interfaces</a:t>
            </a:r>
            <a:r>
              <a: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rPr>
              <a:t>/ToSAPS4/</a:t>
            </a:r>
            <a:r>
              <a: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1002_01_AIRPLUS</a:t>
            </a:r>
            <a:r>
              <a: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rPr>
              <a:t>/Datei.csv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rPr>
              <a:t>Beispielpfad für SAP Integration Suite:  /S4DATA/</a:t>
            </a:r>
            <a:r>
              <a:rPr kumimoji="0" lang="de-DE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rPr>
              <a:t>interfaces</a:t>
            </a:r>
            <a:r>
              <a: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rPr>
              <a:t>/ToSAPS4/</a:t>
            </a:r>
            <a:r>
              <a: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1002_01_AIRPLUS</a:t>
            </a:r>
            <a:r>
              <a: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rPr>
              <a:t>/Datei.csv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rPr>
              <a:t>Beispielpfad für MBC-Schnittstelle: /S4DATA_MBC/ToSAPMBC/</a:t>
            </a:r>
            <a:r>
              <a: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1087_12_LOGA_MBC</a:t>
            </a:r>
            <a:r>
              <a: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charset="0"/>
              </a:rPr>
              <a:t>/</a:t>
            </a:r>
            <a:r>
              <a:rPr kumimoji="0" lang="de-DE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 charset="0"/>
              </a:rPr>
              <a:t>Datei.dgh</a:t>
            </a:r>
            <a:endParaRPr kumimoji="0" lang="de-DE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+mn-ea"/>
              <a:cs typeface="Calibri" charset="0"/>
            </a:endParaRPr>
          </a:p>
        </p:txBody>
      </p:sp>
      <p:cxnSp>
        <p:nvCxnSpPr>
          <p:cNvPr id="1121" name="Verbinder: gewinkelt 1120">
            <a:extLst>
              <a:ext uri="{FF2B5EF4-FFF2-40B4-BE49-F238E27FC236}">
                <a16:creationId xmlns:a16="http://schemas.microsoft.com/office/drawing/2014/main" id="{E2F5696D-6B1C-6ECC-EFB5-48D105728A87}"/>
              </a:ext>
            </a:extLst>
          </p:cNvPr>
          <p:cNvCxnSpPr>
            <a:cxnSpLocks/>
            <a:stCxn id="74" idx="1"/>
            <a:endCxn id="76" idx="2"/>
          </p:cNvCxnSpPr>
          <p:nvPr/>
        </p:nvCxnSpPr>
        <p:spPr>
          <a:xfrm rot="10800000">
            <a:off x="8469372" y="2617142"/>
            <a:ext cx="46502" cy="196205"/>
          </a:xfrm>
          <a:prstGeom prst="bentConnector2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7" name="Verbinder: gewinkelt 1136">
            <a:extLst>
              <a:ext uri="{FF2B5EF4-FFF2-40B4-BE49-F238E27FC236}">
                <a16:creationId xmlns:a16="http://schemas.microsoft.com/office/drawing/2014/main" id="{2898C9BC-C709-335E-3D08-0F0A23FB949C}"/>
              </a:ext>
            </a:extLst>
          </p:cNvPr>
          <p:cNvCxnSpPr>
            <a:cxnSpLocks/>
            <a:stCxn id="75" idx="3"/>
            <a:endCxn id="77" idx="2"/>
          </p:cNvCxnSpPr>
          <p:nvPr/>
        </p:nvCxnSpPr>
        <p:spPr>
          <a:xfrm flipV="1">
            <a:off x="9376679" y="2611664"/>
            <a:ext cx="47154" cy="200478"/>
          </a:xfrm>
          <a:prstGeom prst="bentConnector2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1" name="Rechteck 1160">
            <a:extLst>
              <a:ext uri="{FF2B5EF4-FFF2-40B4-BE49-F238E27FC236}">
                <a16:creationId xmlns:a16="http://schemas.microsoft.com/office/drawing/2014/main" id="{C5D50945-71F7-FE9A-B165-56FB4359C478}"/>
              </a:ext>
            </a:extLst>
          </p:cNvPr>
          <p:cNvSpPr/>
          <p:nvPr/>
        </p:nvSpPr>
        <p:spPr bwMode="gray">
          <a:xfrm>
            <a:off x="9761502" y="1676875"/>
            <a:ext cx="864000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mpd="sng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1036_04_PayPal_BPCS</a:t>
            </a:r>
          </a:p>
        </p:txBody>
      </p:sp>
      <p:sp>
        <p:nvSpPr>
          <p:cNvPr id="1162" name="Rechteck 1161">
            <a:extLst>
              <a:ext uri="{FF2B5EF4-FFF2-40B4-BE49-F238E27FC236}">
                <a16:creationId xmlns:a16="http://schemas.microsoft.com/office/drawing/2014/main" id="{67E8CF81-B8F4-82F8-7031-EAFA51589433}"/>
              </a:ext>
            </a:extLst>
          </p:cNvPr>
          <p:cNvSpPr/>
          <p:nvPr/>
        </p:nvSpPr>
        <p:spPr bwMode="gray">
          <a:xfrm>
            <a:off x="9761502" y="1868324"/>
            <a:ext cx="864000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mpd="sng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1002_01_AIRPLUS</a:t>
            </a:r>
          </a:p>
        </p:txBody>
      </p:sp>
      <p:sp>
        <p:nvSpPr>
          <p:cNvPr id="1163" name="Rechteck 1162">
            <a:extLst>
              <a:ext uri="{FF2B5EF4-FFF2-40B4-BE49-F238E27FC236}">
                <a16:creationId xmlns:a16="http://schemas.microsoft.com/office/drawing/2014/main" id="{A7607A60-6DD8-7138-1ECF-652DD4B0A4FC}"/>
              </a:ext>
            </a:extLst>
          </p:cNvPr>
          <p:cNvSpPr/>
          <p:nvPr/>
        </p:nvSpPr>
        <p:spPr bwMode="gray">
          <a:xfrm>
            <a:off x="9761502" y="2053737"/>
            <a:ext cx="864000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mpd="sng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…</a:t>
            </a:r>
          </a:p>
        </p:txBody>
      </p:sp>
      <p:sp>
        <p:nvSpPr>
          <p:cNvPr id="1171" name="Rechteck 1170">
            <a:extLst>
              <a:ext uri="{FF2B5EF4-FFF2-40B4-BE49-F238E27FC236}">
                <a16:creationId xmlns:a16="http://schemas.microsoft.com/office/drawing/2014/main" id="{808D2402-BDAE-3295-B70C-F797654319A0}"/>
              </a:ext>
            </a:extLst>
          </p:cNvPr>
          <p:cNvSpPr/>
          <p:nvPr/>
        </p:nvSpPr>
        <p:spPr bwMode="gray">
          <a:xfrm>
            <a:off x="7028532" y="2486370"/>
            <a:ext cx="53786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 algn="ctr">
            <a:solidFill>
              <a:srgbClr val="0070C0"/>
            </a:solidFill>
            <a:miter lim="800000"/>
            <a:headEnd/>
            <a:tailEnd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FromSAPMBC</a:t>
            </a:r>
          </a:p>
        </p:txBody>
      </p:sp>
      <p:sp>
        <p:nvSpPr>
          <p:cNvPr id="1179" name="Rechteck 1178">
            <a:extLst>
              <a:ext uri="{FF2B5EF4-FFF2-40B4-BE49-F238E27FC236}">
                <a16:creationId xmlns:a16="http://schemas.microsoft.com/office/drawing/2014/main" id="{65C70ED0-8986-03DB-DF2E-0C57ABEDB040}"/>
              </a:ext>
            </a:extLst>
          </p:cNvPr>
          <p:cNvSpPr/>
          <p:nvPr/>
        </p:nvSpPr>
        <p:spPr bwMode="gray">
          <a:xfrm>
            <a:off x="10436219" y="2466953"/>
            <a:ext cx="468000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 algn="ctr">
            <a:solidFill>
              <a:srgbClr val="0070C0"/>
            </a:solidFill>
            <a:miter lim="800000"/>
            <a:headEnd/>
            <a:tailEnd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ToSAPMBC</a:t>
            </a:r>
          </a:p>
        </p:txBody>
      </p:sp>
      <p:cxnSp>
        <p:nvCxnSpPr>
          <p:cNvPr id="130" name="Verbinder: gewinkelt 129">
            <a:extLst>
              <a:ext uri="{FF2B5EF4-FFF2-40B4-BE49-F238E27FC236}">
                <a16:creationId xmlns:a16="http://schemas.microsoft.com/office/drawing/2014/main" id="{B94A1A9E-ED94-DB60-7332-B1F966B650FD}"/>
              </a:ext>
            </a:extLst>
          </p:cNvPr>
          <p:cNvCxnSpPr>
            <a:cxnSpLocks/>
            <a:stCxn id="74" idx="1"/>
            <a:endCxn id="1171" idx="2"/>
          </p:cNvCxnSpPr>
          <p:nvPr/>
        </p:nvCxnSpPr>
        <p:spPr>
          <a:xfrm rot="10800000">
            <a:off x="7297466" y="2630370"/>
            <a:ext cx="1218408" cy="182976"/>
          </a:xfrm>
          <a:prstGeom prst="bentConnector2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Verbinder: gewinkelt 135">
            <a:extLst>
              <a:ext uri="{FF2B5EF4-FFF2-40B4-BE49-F238E27FC236}">
                <a16:creationId xmlns:a16="http://schemas.microsoft.com/office/drawing/2014/main" id="{00CA8E2C-415B-CD1C-A46C-1250E83B9E26}"/>
              </a:ext>
            </a:extLst>
          </p:cNvPr>
          <p:cNvCxnSpPr>
            <a:cxnSpLocks/>
            <a:stCxn id="1179" idx="2"/>
            <a:endCxn id="75" idx="3"/>
          </p:cNvCxnSpPr>
          <p:nvPr/>
        </p:nvCxnSpPr>
        <p:spPr>
          <a:xfrm rot="5400000">
            <a:off x="9922855" y="2064777"/>
            <a:ext cx="201189" cy="1293540"/>
          </a:xfrm>
          <a:prstGeom prst="bentConnector2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echteck 141">
            <a:extLst>
              <a:ext uri="{FF2B5EF4-FFF2-40B4-BE49-F238E27FC236}">
                <a16:creationId xmlns:a16="http://schemas.microsoft.com/office/drawing/2014/main" id="{19F22005-F799-230C-EDCE-EE379B971E89}"/>
              </a:ext>
            </a:extLst>
          </p:cNvPr>
          <p:cNvSpPr/>
          <p:nvPr/>
        </p:nvSpPr>
        <p:spPr bwMode="gray">
          <a:xfrm>
            <a:off x="6063170" y="1672535"/>
            <a:ext cx="864000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mpd="sng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1087_09_MBC_UILABS</a:t>
            </a:r>
          </a:p>
        </p:txBody>
      </p:sp>
      <p:sp>
        <p:nvSpPr>
          <p:cNvPr id="143" name="Rechteck 142">
            <a:extLst>
              <a:ext uri="{FF2B5EF4-FFF2-40B4-BE49-F238E27FC236}">
                <a16:creationId xmlns:a16="http://schemas.microsoft.com/office/drawing/2014/main" id="{E5EF14B0-804A-6850-22F1-678059C73421}"/>
              </a:ext>
            </a:extLst>
          </p:cNvPr>
          <p:cNvSpPr/>
          <p:nvPr/>
        </p:nvSpPr>
        <p:spPr bwMode="gray">
          <a:xfrm>
            <a:off x="6063170" y="1863984"/>
            <a:ext cx="864000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mpd="sng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1087_12_ MBC_LOGA</a:t>
            </a:r>
          </a:p>
        </p:txBody>
      </p:sp>
      <p:sp>
        <p:nvSpPr>
          <p:cNvPr id="144" name="Rechteck 143">
            <a:extLst>
              <a:ext uri="{FF2B5EF4-FFF2-40B4-BE49-F238E27FC236}">
                <a16:creationId xmlns:a16="http://schemas.microsoft.com/office/drawing/2014/main" id="{E0DDE399-FBCB-EB01-6408-FCA0716051FA}"/>
              </a:ext>
            </a:extLst>
          </p:cNvPr>
          <p:cNvSpPr/>
          <p:nvPr/>
        </p:nvSpPr>
        <p:spPr bwMode="gray">
          <a:xfrm>
            <a:off x="6063170" y="2049397"/>
            <a:ext cx="864000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mpd="sng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…</a:t>
            </a:r>
          </a:p>
        </p:txBody>
      </p:sp>
      <p:sp>
        <p:nvSpPr>
          <p:cNvPr id="1025" name="Textfeld 1024">
            <a:extLst>
              <a:ext uri="{FF2B5EF4-FFF2-40B4-BE49-F238E27FC236}">
                <a16:creationId xmlns:a16="http://schemas.microsoft.com/office/drawing/2014/main" id="{6DAEB6DB-8270-1017-7F78-CEC61278A1B2}"/>
              </a:ext>
            </a:extLst>
          </p:cNvPr>
          <p:cNvSpPr txBox="1"/>
          <p:nvPr/>
        </p:nvSpPr>
        <p:spPr>
          <a:xfrm>
            <a:off x="10578574" y="2933326"/>
            <a:ext cx="1383077" cy="2616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marR="0" lvl="0" indent="0" algn="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ADAC Datenportal</a:t>
            </a:r>
          </a:p>
        </p:txBody>
      </p:sp>
      <p:cxnSp>
        <p:nvCxnSpPr>
          <p:cNvPr id="1027" name="Verbinder: gewinkelt 1026">
            <a:extLst>
              <a:ext uri="{FF2B5EF4-FFF2-40B4-BE49-F238E27FC236}">
                <a16:creationId xmlns:a16="http://schemas.microsoft.com/office/drawing/2014/main" id="{3FB97765-7D05-6E94-DA28-7F896A6B5CE7}"/>
              </a:ext>
            </a:extLst>
          </p:cNvPr>
          <p:cNvCxnSpPr>
            <a:cxnSpLocks/>
            <a:stCxn id="1171" idx="1"/>
            <a:endCxn id="142" idx="3"/>
          </p:cNvCxnSpPr>
          <p:nvPr/>
        </p:nvCxnSpPr>
        <p:spPr>
          <a:xfrm rot="10800000">
            <a:off x="6927170" y="1744536"/>
            <a:ext cx="101362" cy="813835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0" name="Verbinder: gewinkelt 1029">
            <a:extLst>
              <a:ext uri="{FF2B5EF4-FFF2-40B4-BE49-F238E27FC236}">
                <a16:creationId xmlns:a16="http://schemas.microsoft.com/office/drawing/2014/main" id="{6AB0774C-DC51-1AA9-0C8B-F1084EBCC6C8}"/>
              </a:ext>
            </a:extLst>
          </p:cNvPr>
          <p:cNvCxnSpPr>
            <a:cxnSpLocks/>
            <a:stCxn id="1171" idx="1"/>
            <a:endCxn id="143" idx="3"/>
          </p:cNvCxnSpPr>
          <p:nvPr/>
        </p:nvCxnSpPr>
        <p:spPr>
          <a:xfrm rot="10800000">
            <a:off x="6927170" y="1935984"/>
            <a:ext cx="101362" cy="622386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4" name="Verbinder: gewinkelt 1033">
            <a:extLst>
              <a:ext uri="{FF2B5EF4-FFF2-40B4-BE49-F238E27FC236}">
                <a16:creationId xmlns:a16="http://schemas.microsoft.com/office/drawing/2014/main" id="{6F4C54EC-EA3B-499B-2CAC-2CB4D83628B1}"/>
              </a:ext>
            </a:extLst>
          </p:cNvPr>
          <p:cNvCxnSpPr>
            <a:cxnSpLocks/>
            <a:stCxn id="1171" idx="1"/>
            <a:endCxn id="144" idx="3"/>
          </p:cNvCxnSpPr>
          <p:nvPr/>
        </p:nvCxnSpPr>
        <p:spPr>
          <a:xfrm rot="10800000">
            <a:off x="6927170" y="2121398"/>
            <a:ext cx="101362" cy="436973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0" name="Rechteck 1039">
            <a:extLst>
              <a:ext uri="{FF2B5EF4-FFF2-40B4-BE49-F238E27FC236}">
                <a16:creationId xmlns:a16="http://schemas.microsoft.com/office/drawing/2014/main" id="{890EF3B8-6E42-BB4B-BCFF-FA2795CC5744}"/>
              </a:ext>
            </a:extLst>
          </p:cNvPr>
          <p:cNvSpPr/>
          <p:nvPr/>
        </p:nvSpPr>
        <p:spPr bwMode="gray">
          <a:xfrm>
            <a:off x="11021139" y="1678304"/>
            <a:ext cx="864000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mpd="sng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1087_09_UILABS_MBC</a:t>
            </a:r>
          </a:p>
        </p:txBody>
      </p:sp>
      <p:sp>
        <p:nvSpPr>
          <p:cNvPr id="1041" name="Rechteck 1040">
            <a:extLst>
              <a:ext uri="{FF2B5EF4-FFF2-40B4-BE49-F238E27FC236}">
                <a16:creationId xmlns:a16="http://schemas.microsoft.com/office/drawing/2014/main" id="{DE17E1F9-146B-37A7-C85F-BC88ABAF0881}"/>
              </a:ext>
            </a:extLst>
          </p:cNvPr>
          <p:cNvSpPr/>
          <p:nvPr/>
        </p:nvSpPr>
        <p:spPr bwMode="gray">
          <a:xfrm>
            <a:off x="11021139" y="1869753"/>
            <a:ext cx="864000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mpd="sng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1087_12_LOGA_MBC</a:t>
            </a:r>
          </a:p>
        </p:txBody>
      </p:sp>
      <p:sp>
        <p:nvSpPr>
          <p:cNvPr id="1042" name="Rechteck 1041">
            <a:extLst>
              <a:ext uri="{FF2B5EF4-FFF2-40B4-BE49-F238E27FC236}">
                <a16:creationId xmlns:a16="http://schemas.microsoft.com/office/drawing/2014/main" id="{4AC66461-884B-1FB5-B6D4-A84B7386BEC1}"/>
              </a:ext>
            </a:extLst>
          </p:cNvPr>
          <p:cNvSpPr/>
          <p:nvPr/>
        </p:nvSpPr>
        <p:spPr bwMode="gray">
          <a:xfrm>
            <a:off x="11021139" y="2055166"/>
            <a:ext cx="864000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mpd="sng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…</a:t>
            </a:r>
          </a:p>
        </p:txBody>
      </p:sp>
      <p:cxnSp>
        <p:nvCxnSpPr>
          <p:cNvPr id="1046" name="Verbinder: gewinkelt 1045">
            <a:extLst>
              <a:ext uri="{FF2B5EF4-FFF2-40B4-BE49-F238E27FC236}">
                <a16:creationId xmlns:a16="http://schemas.microsoft.com/office/drawing/2014/main" id="{92AFF41B-7A18-773B-8008-733141CD3176}"/>
              </a:ext>
            </a:extLst>
          </p:cNvPr>
          <p:cNvCxnSpPr>
            <a:cxnSpLocks/>
            <a:stCxn id="1179" idx="3"/>
            <a:endCxn id="1040" idx="1"/>
          </p:cNvCxnSpPr>
          <p:nvPr/>
        </p:nvCxnSpPr>
        <p:spPr>
          <a:xfrm flipV="1">
            <a:off x="10904219" y="1750304"/>
            <a:ext cx="116920" cy="788649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2" name="Verbinder: gewinkelt 1051">
            <a:extLst>
              <a:ext uri="{FF2B5EF4-FFF2-40B4-BE49-F238E27FC236}">
                <a16:creationId xmlns:a16="http://schemas.microsoft.com/office/drawing/2014/main" id="{526A7ED2-FA19-AB29-8E06-57AE168460CF}"/>
              </a:ext>
            </a:extLst>
          </p:cNvPr>
          <p:cNvCxnSpPr>
            <a:cxnSpLocks/>
            <a:stCxn id="1179" idx="3"/>
            <a:endCxn id="1041" idx="1"/>
          </p:cNvCxnSpPr>
          <p:nvPr/>
        </p:nvCxnSpPr>
        <p:spPr>
          <a:xfrm flipV="1">
            <a:off x="10904219" y="1941753"/>
            <a:ext cx="116920" cy="597200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7" name="Verbinder: gewinkelt 1056">
            <a:extLst>
              <a:ext uri="{FF2B5EF4-FFF2-40B4-BE49-F238E27FC236}">
                <a16:creationId xmlns:a16="http://schemas.microsoft.com/office/drawing/2014/main" id="{A967D79A-459E-6E3D-B56F-E1432717F6AC}"/>
              </a:ext>
            </a:extLst>
          </p:cNvPr>
          <p:cNvCxnSpPr>
            <a:cxnSpLocks/>
            <a:stCxn id="1179" idx="3"/>
            <a:endCxn id="1042" idx="1"/>
          </p:cNvCxnSpPr>
          <p:nvPr/>
        </p:nvCxnSpPr>
        <p:spPr>
          <a:xfrm flipV="1">
            <a:off x="10904219" y="2127166"/>
            <a:ext cx="116920" cy="411787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3" name="Verbinder: gewinkelt 1062">
            <a:extLst>
              <a:ext uri="{FF2B5EF4-FFF2-40B4-BE49-F238E27FC236}">
                <a16:creationId xmlns:a16="http://schemas.microsoft.com/office/drawing/2014/main" id="{F627651E-D7A5-9A92-CBE0-CAD604A4512A}"/>
              </a:ext>
            </a:extLst>
          </p:cNvPr>
          <p:cNvCxnSpPr>
            <a:cxnSpLocks/>
            <a:stCxn id="1179" idx="0"/>
          </p:cNvCxnSpPr>
          <p:nvPr/>
        </p:nvCxnSpPr>
        <p:spPr>
          <a:xfrm rot="16200000" flipV="1">
            <a:off x="6754847" y="-1448420"/>
            <a:ext cx="1839463" cy="5991283"/>
          </a:xfrm>
          <a:prstGeom prst="bentConnector2">
            <a:avLst/>
          </a:prstGeom>
          <a:ln w="19050">
            <a:solidFill>
              <a:srgbClr val="0070C0"/>
            </a:solidFill>
            <a:prstDash val="solid"/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5" name="Rechteck 1194">
            <a:extLst>
              <a:ext uri="{FF2B5EF4-FFF2-40B4-BE49-F238E27FC236}">
                <a16:creationId xmlns:a16="http://schemas.microsoft.com/office/drawing/2014/main" id="{5A5877BA-2589-5CB8-0696-EC78CC692400}"/>
              </a:ext>
            </a:extLst>
          </p:cNvPr>
          <p:cNvSpPr/>
          <p:nvPr/>
        </p:nvSpPr>
        <p:spPr bwMode="gray">
          <a:xfrm>
            <a:off x="4511270" y="2276139"/>
            <a:ext cx="864000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mpd="sng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1036_04_PayPal_BPCS</a:t>
            </a:r>
          </a:p>
        </p:txBody>
      </p:sp>
      <p:sp>
        <p:nvSpPr>
          <p:cNvPr id="1196" name="Rechteck 1195">
            <a:extLst>
              <a:ext uri="{FF2B5EF4-FFF2-40B4-BE49-F238E27FC236}">
                <a16:creationId xmlns:a16="http://schemas.microsoft.com/office/drawing/2014/main" id="{26067466-4C38-BC97-97DE-959FB259B3AE}"/>
              </a:ext>
            </a:extLst>
          </p:cNvPr>
          <p:cNvSpPr/>
          <p:nvPr/>
        </p:nvSpPr>
        <p:spPr bwMode="gray">
          <a:xfrm>
            <a:off x="4511270" y="2467588"/>
            <a:ext cx="864000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mpd="sng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1002_01_AIRPLUS</a:t>
            </a:r>
          </a:p>
        </p:txBody>
      </p:sp>
      <p:sp>
        <p:nvSpPr>
          <p:cNvPr id="1197" name="Rechteck 1196">
            <a:extLst>
              <a:ext uri="{FF2B5EF4-FFF2-40B4-BE49-F238E27FC236}">
                <a16:creationId xmlns:a16="http://schemas.microsoft.com/office/drawing/2014/main" id="{ED09F71C-CA9D-6E1D-0EBD-5BAB03318110}"/>
              </a:ext>
            </a:extLst>
          </p:cNvPr>
          <p:cNvSpPr/>
          <p:nvPr/>
        </p:nvSpPr>
        <p:spPr bwMode="gray">
          <a:xfrm>
            <a:off x="4511270" y="2653001"/>
            <a:ext cx="864000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mpd="sng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…</a:t>
            </a:r>
          </a:p>
        </p:txBody>
      </p:sp>
      <p:sp>
        <p:nvSpPr>
          <p:cNvPr id="1198" name="Rechteck 1197">
            <a:extLst>
              <a:ext uri="{FF2B5EF4-FFF2-40B4-BE49-F238E27FC236}">
                <a16:creationId xmlns:a16="http://schemas.microsoft.com/office/drawing/2014/main" id="{5ECC96FF-08A6-3394-0097-68AD94519D77}"/>
              </a:ext>
            </a:extLst>
          </p:cNvPr>
          <p:cNvSpPr/>
          <p:nvPr/>
        </p:nvSpPr>
        <p:spPr bwMode="gray">
          <a:xfrm>
            <a:off x="2964390" y="2268439"/>
            <a:ext cx="864000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mpd="sng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1036_04_PayPal_BPCS</a:t>
            </a:r>
          </a:p>
        </p:txBody>
      </p:sp>
      <p:sp>
        <p:nvSpPr>
          <p:cNvPr id="1199" name="Rechteck 1198">
            <a:extLst>
              <a:ext uri="{FF2B5EF4-FFF2-40B4-BE49-F238E27FC236}">
                <a16:creationId xmlns:a16="http://schemas.microsoft.com/office/drawing/2014/main" id="{AA9CE30D-8340-593E-D20E-3B9ED91C4365}"/>
              </a:ext>
            </a:extLst>
          </p:cNvPr>
          <p:cNvSpPr/>
          <p:nvPr/>
        </p:nvSpPr>
        <p:spPr bwMode="gray">
          <a:xfrm>
            <a:off x="2964390" y="2459888"/>
            <a:ext cx="864000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mpd="sng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1002_01_AIRPLUS</a:t>
            </a:r>
          </a:p>
        </p:txBody>
      </p:sp>
      <p:sp>
        <p:nvSpPr>
          <p:cNvPr id="1200" name="Rechteck 1199">
            <a:extLst>
              <a:ext uri="{FF2B5EF4-FFF2-40B4-BE49-F238E27FC236}">
                <a16:creationId xmlns:a16="http://schemas.microsoft.com/office/drawing/2014/main" id="{ACF56A44-F7D4-93F6-6D0F-F4E665A47F86}"/>
              </a:ext>
            </a:extLst>
          </p:cNvPr>
          <p:cNvSpPr/>
          <p:nvPr/>
        </p:nvSpPr>
        <p:spPr bwMode="gray">
          <a:xfrm>
            <a:off x="2964390" y="2645301"/>
            <a:ext cx="864000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mpd="sng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…</a:t>
            </a:r>
          </a:p>
        </p:txBody>
      </p:sp>
      <p:cxnSp>
        <p:nvCxnSpPr>
          <p:cNvPr id="1207" name="Verbinder: gewinkelt 1206">
            <a:extLst>
              <a:ext uri="{FF2B5EF4-FFF2-40B4-BE49-F238E27FC236}">
                <a16:creationId xmlns:a16="http://schemas.microsoft.com/office/drawing/2014/main" id="{3FA42137-808D-FC2F-2460-DFB6B6B4DAA7}"/>
              </a:ext>
            </a:extLst>
          </p:cNvPr>
          <p:cNvCxnSpPr>
            <a:cxnSpLocks/>
            <a:stCxn id="1180" idx="0"/>
            <a:endCxn id="1198" idx="3"/>
          </p:cNvCxnSpPr>
          <p:nvPr/>
        </p:nvCxnSpPr>
        <p:spPr>
          <a:xfrm rot="16200000" flipV="1">
            <a:off x="3581557" y="2587272"/>
            <a:ext cx="565826" cy="72159"/>
          </a:xfrm>
          <a:prstGeom prst="bentConnector2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0" name="Rechteck 1209">
            <a:extLst>
              <a:ext uri="{FF2B5EF4-FFF2-40B4-BE49-F238E27FC236}">
                <a16:creationId xmlns:a16="http://schemas.microsoft.com/office/drawing/2014/main" id="{309A422D-E770-6B62-1F24-6D048DC2CC0F}"/>
              </a:ext>
            </a:extLst>
          </p:cNvPr>
          <p:cNvSpPr/>
          <p:nvPr/>
        </p:nvSpPr>
        <p:spPr bwMode="gray">
          <a:xfrm>
            <a:off x="3920025" y="3325319"/>
            <a:ext cx="468000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 algn="ctr">
            <a:solidFill>
              <a:srgbClr val="0070C0"/>
            </a:solidFill>
            <a:miter lim="800000"/>
            <a:headEnd/>
            <a:tailEnd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/S4DATA/</a:t>
            </a:r>
          </a:p>
        </p:txBody>
      </p:sp>
      <p:sp>
        <p:nvSpPr>
          <p:cNvPr id="1211" name="Rechteck 1210">
            <a:extLst>
              <a:ext uri="{FF2B5EF4-FFF2-40B4-BE49-F238E27FC236}">
                <a16:creationId xmlns:a16="http://schemas.microsoft.com/office/drawing/2014/main" id="{612C034C-47C6-59C0-B1A5-005F628FFFD5}"/>
              </a:ext>
            </a:extLst>
          </p:cNvPr>
          <p:cNvSpPr/>
          <p:nvPr/>
        </p:nvSpPr>
        <p:spPr bwMode="gray">
          <a:xfrm>
            <a:off x="1265645" y="3325319"/>
            <a:ext cx="622639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 algn="ctr">
            <a:solidFill>
              <a:srgbClr val="0070C0"/>
            </a:solidFill>
            <a:miter lim="800000"/>
            <a:headEnd/>
            <a:tailEnd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/S4DATA_MBC/</a:t>
            </a:r>
          </a:p>
        </p:txBody>
      </p:sp>
      <p:sp>
        <p:nvSpPr>
          <p:cNvPr id="1212" name="Rechteck 1211">
            <a:extLst>
              <a:ext uri="{FF2B5EF4-FFF2-40B4-BE49-F238E27FC236}">
                <a16:creationId xmlns:a16="http://schemas.microsoft.com/office/drawing/2014/main" id="{79DDA5D0-6981-B9D0-7B63-88A0DB404BCE}"/>
              </a:ext>
            </a:extLst>
          </p:cNvPr>
          <p:cNvSpPr/>
          <p:nvPr/>
        </p:nvSpPr>
        <p:spPr bwMode="gray">
          <a:xfrm>
            <a:off x="999069" y="2903985"/>
            <a:ext cx="540000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 algn="ctr">
            <a:solidFill>
              <a:srgbClr val="0070C0"/>
            </a:solidFill>
            <a:miter lim="800000"/>
            <a:headEnd/>
            <a:tailEnd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FromSAPMBC</a:t>
            </a:r>
          </a:p>
        </p:txBody>
      </p:sp>
      <p:sp>
        <p:nvSpPr>
          <p:cNvPr id="1213" name="Rechteck 1212">
            <a:extLst>
              <a:ext uri="{FF2B5EF4-FFF2-40B4-BE49-F238E27FC236}">
                <a16:creationId xmlns:a16="http://schemas.microsoft.com/office/drawing/2014/main" id="{65554BDF-9080-CB05-E82C-8699BFEC4753}"/>
              </a:ext>
            </a:extLst>
          </p:cNvPr>
          <p:cNvSpPr/>
          <p:nvPr/>
        </p:nvSpPr>
        <p:spPr bwMode="gray">
          <a:xfrm>
            <a:off x="1605716" y="2903985"/>
            <a:ext cx="540000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mpd="sng" algn="ctr">
            <a:solidFill>
              <a:srgbClr val="0070C0"/>
            </a:solidFill>
            <a:miter lim="800000"/>
            <a:headEnd/>
            <a:tailEnd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ToSAPMBC</a:t>
            </a:r>
          </a:p>
        </p:txBody>
      </p:sp>
      <p:cxnSp>
        <p:nvCxnSpPr>
          <p:cNvPr id="1216" name="Gerader Verbinder 1215">
            <a:extLst>
              <a:ext uri="{FF2B5EF4-FFF2-40B4-BE49-F238E27FC236}">
                <a16:creationId xmlns:a16="http://schemas.microsoft.com/office/drawing/2014/main" id="{B68D0960-F96A-BE52-4BBE-19A7E1CCFF8F}"/>
              </a:ext>
            </a:extLst>
          </p:cNvPr>
          <p:cNvCxnSpPr>
            <a:stCxn id="1033" idx="2"/>
            <a:endCxn id="1210" idx="0"/>
          </p:cNvCxnSpPr>
          <p:nvPr/>
        </p:nvCxnSpPr>
        <p:spPr>
          <a:xfrm>
            <a:off x="4154025" y="3280447"/>
            <a:ext cx="0" cy="44872"/>
          </a:xfrm>
          <a:prstGeom prst="line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7" name="Verbinder: gewinkelt 1216">
            <a:extLst>
              <a:ext uri="{FF2B5EF4-FFF2-40B4-BE49-F238E27FC236}">
                <a16:creationId xmlns:a16="http://schemas.microsoft.com/office/drawing/2014/main" id="{C7B72806-3E57-BD9D-FF39-81752F7E1F39}"/>
              </a:ext>
            </a:extLst>
          </p:cNvPr>
          <p:cNvCxnSpPr>
            <a:cxnSpLocks/>
            <a:stCxn id="1211" idx="0"/>
            <a:endCxn id="1213" idx="2"/>
          </p:cNvCxnSpPr>
          <p:nvPr/>
        </p:nvCxnSpPr>
        <p:spPr>
          <a:xfrm rot="5400000" flipH="1" flipV="1">
            <a:off x="1587673" y="3037277"/>
            <a:ext cx="277334" cy="298751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0" name="Verbinder: gewinkelt 1219">
            <a:extLst>
              <a:ext uri="{FF2B5EF4-FFF2-40B4-BE49-F238E27FC236}">
                <a16:creationId xmlns:a16="http://schemas.microsoft.com/office/drawing/2014/main" id="{EFE1BDCE-2C93-13B1-0507-45BE1380B937}"/>
              </a:ext>
            </a:extLst>
          </p:cNvPr>
          <p:cNvCxnSpPr>
            <a:cxnSpLocks/>
            <a:stCxn id="1211" idx="0"/>
            <a:endCxn id="1212" idx="2"/>
          </p:cNvCxnSpPr>
          <p:nvPr/>
        </p:nvCxnSpPr>
        <p:spPr>
          <a:xfrm rot="16200000" flipV="1">
            <a:off x="1284350" y="3032704"/>
            <a:ext cx="277334" cy="307896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65000"/>
                <a:lumOff val="35000"/>
              </a:schemeClr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6" name="Verbinder: gewinkelt 1225">
            <a:extLst>
              <a:ext uri="{FF2B5EF4-FFF2-40B4-BE49-F238E27FC236}">
                <a16:creationId xmlns:a16="http://schemas.microsoft.com/office/drawing/2014/main" id="{CCD01FB7-8274-DA1F-FC61-E11198F822F3}"/>
              </a:ext>
            </a:extLst>
          </p:cNvPr>
          <p:cNvCxnSpPr>
            <a:cxnSpLocks/>
            <a:stCxn id="1211" idx="2"/>
            <a:endCxn id="56" idx="0"/>
          </p:cNvCxnSpPr>
          <p:nvPr/>
        </p:nvCxnSpPr>
        <p:spPr>
          <a:xfrm rot="16200000" flipH="1">
            <a:off x="2085029" y="2961254"/>
            <a:ext cx="254735" cy="1270863"/>
          </a:xfrm>
          <a:prstGeom prst="bentConnector3">
            <a:avLst/>
          </a:prstGeom>
          <a:ln w="19050">
            <a:solidFill>
              <a:srgbClr val="0070C0"/>
            </a:solidFill>
            <a:prstDash val="solid"/>
            <a:headEnd type="triangl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7" name="Verbinder: gewinkelt 1226">
            <a:extLst>
              <a:ext uri="{FF2B5EF4-FFF2-40B4-BE49-F238E27FC236}">
                <a16:creationId xmlns:a16="http://schemas.microsoft.com/office/drawing/2014/main" id="{8A299904-2276-CA18-5F8D-15B1FB4F9450}"/>
              </a:ext>
            </a:extLst>
          </p:cNvPr>
          <p:cNvCxnSpPr>
            <a:cxnSpLocks/>
            <a:stCxn id="56" idx="0"/>
            <a:endCxn id="1210" idx="2"/>
          </p:cNvCxnSpPr>
          <p:nvPr/>
        </p:nvCxnSpPr>
        <p:spPr>
          <a:xfrm rot="5400000" flipH="1" flipV="1">
            <a:off x="3373559" y="2943589"/>
            <a:ext cx="254735" cy="1306197"/>
          </a:xfrm>
          <a:prstGeom prst="bentConnector3">
            <a:avLst>
              <a:gd name="adj1" fmla="val 50000"/>
            </a:avLst>
          </a:prstGeom>
          <a:ln w="19050">
            <a:solidFill>
              <a:srgbClr val="0070C0"/>
            </a:solidFill>
            <a:prstDash val="solid"/>
            <a:headEnd type="triangl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0" name="Rechteck 1229">
            <a:extLst>
              <a:ext uri="{FF2B5EF4-FFF2-40B4-BE49-F238E27FC236}">
                <a16:creationId xmlns:a16="http://schemas.microsoft.com/office/drawing/2014/main" id="{12071830-A617-3FEE-8AEA-9A91E5EF16F8}"/>
              </a:ext>
            </a:extLst>
          </p:cNvPr>
          <p:cNvSpPr/>
          <p:nvPr/>
        </p:nvSpPr>
        <p:spPr bwMode="gray">
          <a:xfrm>
            <a:off x="362213" y="2274618"/>
            <a:ext cx="864000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mpd="sng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1087_09_MBC_UILABS</a:t>
            </a:r>
          </a:p>
        </p:txBody>
      </p:sp>
      <p:sp>
        <p:nvSpPr>
          <p:cNvPr id="1231" name="Rechteck 1230">
            <a:extLst>
              <a:ext uri="{FF2B5EF4-FFF2-40B4-BE49-F238E27FC236}">
                <a16:creationId xmlns:a16="http://schemas.microsoft.com/office/drawing/2014/main" id="{FD86876C-C8DF-4939-6ED7-26B3FAF448D6}"/>
              </a:ext>
            </a:extLst>
          </p:cNvPr>
          <p:cNvSpPr/>
          <p:nvPr/>
        </p:nvSpPr>
        <p:spPr bwMode="gray">
          <a:xfrm>
            <a:off x="362213" y="2466067"/>
            <a:ext cx="864000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mpd="sng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1087_12_ MBC_LOGA</a:t>
            </a:r>
          </a:p>
        </p:txBody>
      </p:sp>
      <p:sp>
        <p:nvSpPr>
          <p:cNvPr id="1232" name="Rechteck 1231">
            <a:extLst>
              <a:ext uri="{FF2B5EF4-FFF2-40B4-BE49-F238E27FC236}">
                <a16:creationId xmlns:a16="http://schemas.microsoft.com/office/drawing/2014/main" id="{ECD1E1A4-1032-2F50-D47A-BEC5CBD38E3C}"/>
              </a:ext>
            </a:extLst>
          </p:cNvPr>
          <p:cNvSpPr/>
          <p:nvPr/>
        </p:nvSpPr>
        <p:spPr bwMode="gray">
          <a:xfrm>
            <a:off x="362213" y="2651480"/>
            <a:ext cx="864000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mpd="sng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…</a:t>
            </a:r>
          </a:p>
        </p:txBody>
      </p:sp>
      <p:sp>
        <p:nvSpPr>
          <p:cNvPr id="1233" name="Rechteck 1232">
            <a:extLst>
              <a:ext uri="{FF2B5EF4-FFF2-40B4-BE49-F238E27FC236}">
                <a16:creationId xmlns:a16="http://schemas.microsoft.com/office/drawing/2014/main" id="{2415F23B-DF79-8358-C2E1-724474AA776D}"/>
              </a:ext>
            </a:extLst>
          </p:cNvPr>
          <p:cNvSpPr/>
          <p:nvPr/>
        </p:nvSpPr>
        <p:spPr bwMode="gray">
          <a:xfrm>
            <a:off x="1939551" y="2268504"/>
            <a:ext cx="864000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mpd="sng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1087_09_UILABS_MBC</a:t>
            </a:r>
          </a:p>
        </p:txBody>
      </p:sp>
      <p:sp>
        <p:nvSpPr>
          <p:cNvPr id="1234" name="Rechteck 1233">
            <a:extLst>
              <a:ext uri="{FF2B5EF4-FFF2-40B4-BE49-F238E27FC236}">
                <a16:creationId xmlns:a16="http://schemas.microsoft.com/office/drawing/2014/main" id="{C1A9F4FB-A513-60C2-46A8-0138ADF17700}"/>
              </a:ext>
            </a:extLst>
          </p:cNvPr>
          <p:cNvSpPr/>
          <p:nvPr/>
        </p:nvSpPr>
        <p:spPr bwMode="gray">
          <a:xfrm>
            <a:off x="1939551" y="2459953"/>
            <a:ext cx="864000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mpd="sng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1087_12_LOGA_MBC</a:t>
            </a:r>
          </a:p>
        </p:txBody>
      </p:sp>
      <p:sp>
        <p:nvSpPr>
          <p:cNvPr id="1235" name="Rechteck 1234">
            <a:extLst>
              <a:ext uri="{FF2B5EF4-FFF2-40B4-BE49-F238E27FC236}">
                <a16:creationId xmlns:a16="http://schemas.microsoft.com/office/drawing/2014/main" id="{421540AC-B9E5-125C-A4BA-5475F6B141A4}"/>
              </a:ext>
            </a:extLst>
          </p:cNvPr>
          <p:cNvSpPr/>
          <p:nvPr/>
        </p:nvSpPr>
        <p:spPr bwMode="gray">
          <a:xfrm>
            <a:off x="1939551" y="2645366"/>
            <a:ext cx="864000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mpd="sng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…</a:t>
            </a:r>
          </a:p>
        </p:txBody>
      </p:sp>
      <p:cxnSp>
        <p:nvCxnSpPr>
          <p:cNvPr id="1236" name="Verbinder: gewinkelt 1235">
            <a:extLst>
              <a:ext uri="{FF2B5EF4-FFF2-40B4-BE49-F238E27FC236}">
                <a16:creationId xmlns:a16="http://schemas.microsoft.com/office/drawing/2014/main" id="{6A960E44-80DA-EE86-B241-23F7C4A016F8}"/>
              </a:ext>
            </a:extLst>
          </p:cNvPr>
          <p:cNvCxnSpPr>
            <a:cxnSpLocks/>
            <a:stCxn id="1181" idx="0"/>
            <a:endCxn id="1195" idx="1"/>
          </p:cNvCxnSpPr>
          <p:nvPr/>
        </p:nvCxnSpPr>
        <p:spPr>
          <a:xfrm rot="5400000" flipH="1" flipV="1">
            <a:off x="4185608" y="2579882"/>
            <a:ext cx="557404" cy="93919"/>
          </a:xfrm>
          <a:prstGeom prst="bentConnector2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4" name="Verbinder: gewinkelt 1243">
            <a:extLst>
              <a:ext uri="{FF2B5EF4-FFF2-40B4-BE49-F238E27FC236}">
                <a16:creationId xmlns:a16="http://schemas.microsoft.com/office/drawing/2014/main" id="{7ECBC338-55BE-3C58-A70C-3E3CECADCB5F}"/>
              </a:ext>
            </a:extLst>
          </p:cNvPr>
          <p:cNvCxnSpPr>
            <a:cxnSpLocks/>
            <a:stCxn id="1213" idx="0"/>
            <a:endCxn id="1233" idx="1"/>
          </p:cNvCxnSpPr>
          <p:nvPr/>
        </p:nvCxnSpPr>
        <p:spPr>
          <a:xfrm rot="5400000" flipH="1" flipV="1">
            <a:off x="1625893" y="2590328"/>
            <a:ext cx="563481" cy="63835"/>
          </a:xfrm>
          <a:prstGeom prst="bentConnector2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7" name="Verbinder: gewinkelt 1246">
            <a:extLst>
              <a:ext uri="{FF2B5EF4-FFF2-40B4-BE49-F238E27FC236}">
                <a16:creationId xmlns:a16="http://schemas.microsoft.com/office/drawing/2014/main" id="{043F4090-BD7B-F589-FE5E-C4AD784ABF08}"/>
              </a:ext>
            </a:extLst>
          </p:cNvPr>
          <p:cNvCxnSpPr>
            <a:cxnSpLocks/>
            <a:stCxn id="1212" idx="0"/>
            <a:endCxn id="1230" idx="3"/>
          </p:cNvCxnSpPr>
          <p:nvPr/>
        </p:nvCxnSpPr>
        <p:spPr>
          <a:xfrm rot="16200000" flipV="1">
            <a:off x="968958" y="2603874"/>
            <a:ext cx="557367" cy="42856"/>
          </a:xfrm>
          <a:prstGeom prst="bentConnector2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0" name="Verbinder: gewinkelt 1259">
            <a:extLst>
              <a:ext uri="{FF2B5EF4-FFF2-40B4-BE49-F238E27FC236}">
                <a16:creationId xmlns:a16="http://schemas.microsoft.com/office/drawing/2014/main" id="{DF0FAA95-9B07-03E5-BE96-B80503A6A21B}"/>
              </a:ext>
            </a:extLst>
          </p:cNvPr>
          <p:cNvCxnSpPr>
            <a:cxnSpLocks/>
            <a:stCxn id="1212" idx="0"/>
            <a:endCxn id="1231" idx="3"/>
          </p:cNvCxnSpPr>
          <p:nvPr/>
        </p:nvCxnSpPr>
        <p:spPr>
          <a:xfrm rot="16200000" flipV="1">
            <a:off x="1064682" y="2699598"/>
            <a:ext cx="365918" cy="42856"/>
          </a:xfrm>
          <a:prstGeom prst="bentConnector2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3" name="Verbinder: gewinkelt 1262">
            <a:extLst>
              <a:ext uri="{FF2B5EF4-FFF2-40B4-BE49-F238E27FC236}">
                <a16:creationId xmlns:a16="http://schemas.microsoft.com/office/drawing/2014/main" id="{960DB7B0-A29B-598E-8A85-2D46D8DCC073}"/>
              </a:ext>
            </a:extLst>
          </p:cNvPr>
          <p:cNvCxnSpPr>
            <a:cxnSpLocks/>
            <a:stCxn id="1212" idx="0"/>
            <a:endCxn id="1232" idx="3"/>
          </p:cNvCxnSpPr>
          <p:nvPr/>
        </p:nvCxnSpPr>
        <p:spPr>
          <a:xfrm rot="16200000" flipV="1">
            <a:off x="1157389" y="2792305"/>
            <a:ext cx="180505" cy="42856"/>
          </a:xfrm>
          <a:prstGeom prst="bentConnector2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6" name="Verbinder: gewinkelt 1265">
            <a:extLst>
              <a:ext uri="{FF2B5EF4-FFF2-40B4-BE49-F238E27FC236}">
                <a16:creationId xmlns:a16="http://schemas.microsoft.com/office/drawing/2014/main" id="{CCB6C77B-7D9D-46AD-04B2-94E45888D6DF}"/>
              </a:ext>
            </a:extLst>
          </p:cNvPr>
          <p:cNvCxnSpPr>
            <a:cxnSpLocks/>
            <a:stCxn id="1213" idx="0"/>
            <a:endCxn id="1234" idx="1"/>
          </p:cNvCxnSpPr>
          <p:nvPr/>
        </p:nvCxnSpPr>
        <p:spPr>
          <a:xfrm rot="5400000" flipH="1" flipV="1">
            <a:off x="1721617" y="2686052"/>
            <a:ext cx="372032" cy="63835"/>
          </a:xfrm>
          <a:prstGeom prst="bentConnector2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9" name="Verbinder: gewinkelt 1268">
            <a:extLst>
              <a:ext uri="{FF2B5EF4-FFF2-40B4-BE49-F238E27FC236}">
                <a16:creationId xmlns:a16="http://schemas.microsoft.com/office/drawing/2014/main" id="{140EBFC6-9096-36C3-94FF-2992C108369E}"/>
              </a:ext>
            </a:extLst>
          </p:cNvPr>
          <p:cNvCxnSpPr>
            <a:cxnSpLocks/>
            <a:stCxn id="1213" idx="0"/>
            <a:endCxn id="1235" idx="1"/>
          </p:cNvCxnSpPr>
          <p:nvPr/>
        </p:nvCxnSpPr>
        <p:spPr>
          <a:xfrm rot="5400000" flipH="1" flipV="1">
            <a:off x="1814324" y="2778759"/>
            <a:ext cx="186619" cy="63835"/>
          </a:xfrm>
          <a:prstGeom prst="bentConnector2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2" name="Verbinder: gewinkelt 1271">
            <a:extLst>
              <a:ext uri="{FF2B5EF4-FFF2-40B4-BE49-F238E27FC236}">
                <a16:creationId xmlns:a16="http://schemas.microsoft.com/office/drawing/2014/main" id="{E3A06F12-594D-7E3C-F119-7F4C782123BA}"/>
              </a:ext>
            </a:extLst>
          </p:cNvPr>
          <p:cNvCxnSpPr>
            <a:cxnSpLocks/>
            <a:stCxn id="1181" idx="0"/>
            <a:endCxn id="1196" idx="1"/>
          </p:cNvCxnSpPr>
          <p:nvPr/>
        </p:nvCxnSpPr>
        <p:spPr>
          <a:xfrm rot="5400000" flipH="1" flipV="1">
            <a:off x="4281333" y="2675607"/>
            <a:ext cx="365955" cy="93919"/>
          </a:xfrm>
          <a:prstGeom prst="bentConnector2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6" name="Verbinder: gewinkelt 1275">
            <a:extLst>
              <a:ext uri="{FF2B5EF4-FFF2-40B4-BE49-F238E27FC236}">
                <a16:creationId xmlns:a16="http://schemas.microsoft.com/office/drawing/2014/main" id="{7DF816CF-2833-5AA6-0E77-E9387B8159C0}"/>
              </a:ext>
            </a:extLst>
          </p:cNvPr>
          <p:cNvCxnSpPr>
            <a:cxnSpLocks/>
            <a:stCxn id="1181" idx="0"/>
            <a:endCxn id="1197" idx="1"/>
          </p:cNvCxnSpPr>
          <p:nvPr/>
        </p:nvCxnSpPr>
        <p:spPr>
          <a:xfrm rot="5400000" flipH="1" flipV="1">
            <a:off x="4374039" y="2768313"/>
            <a:ext cx="180542" cy="93919"/>
          </a:xfrm>
          <a:prstGeom prst="bentConnector2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9" name="Verbinder: gewinkelt 1278">
            <a:extLst>
              <a:ext uri="{FF2B5EF4-FFF2-40B4-BE49-F238E27FC236}">
                <a16:creationId xmlns:a16="http://schemas.microsoft.com/office/drawing/2014/main" id="{ACDD67D4-8A0D-27A5-90FF-DA1F72F78804}"/>
              </a:ext>
            </a:extLst>
          </p:cNvPr>
          <p:cNvCxnSpPr>
            <a:cxnSpLocks/>
            <a:stCxn id="1180" idx="0"/>
            <a:endCxn id="1199" idx="3"/>
          </p:cNvCxnSpPr>
          <p:nvPr/>
        </p:nvCxnSpPr>
        <p:spPr>
          <a:xfrm rot="16200000" flipV="1">
            <a:off x="3677282" y="2682997"/>
            <a:ext cx="374377" cy="72159"/>
          </a:xfrm>
          <a:prstGeom prst="bentConnector2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2" name="Verbinder: gewinkelt 1281">
            <a:extLst>
              <a:ext uri="{FF2B5EF4-FFF2-40B4-BE49-F238E27FC236}">
                <a16:creationId xmlns:a16="http://schemas.microsoft.com/office/drawing/2014/main" id="{5F95E615-7865-4AF8-8164-3DF79DE800E5}"/>
              </a:ext>
            </a:extLst>
          </p:cNvPr>
          <p:cNvCxnSpPr>
            <a:cxnSpLocks/>
            <a:stCxn id="1180" idx="0"/>
            <a:endCxn id="1200" idx="3"/>
          </p:cNvCxnSpPr>
          <p:nvPr/>
        </p:nvCxnSpPr>
        <p:spPr>
          <a:xfrm rot="16200000" flipV="1">
            <a:off x="3769988" y="2775703"/>
            <a:ext cx="188964" cy="72159"/>
          </a:xfrm>
          <a:prstGeom prst="bentConnector2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prstDash val="solid"/>
            <a:headEnd type="non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reihandform: Form 3">
            <a:extLst>
              <a:ext uri="{FF2B5EF4-FFF2-40B4-BE49-F238E27FC236}">
                <a16:creationId xmlns:a16="http://schemas.microsoft.com/office/drawing/2014/main" id="{2818045C-085E-7F31-334F-5F35E0E31D18}"/>
              </a:ext>
            </a:extLst>
          </p:cNvPr>
          <p:cNvSpPr/>
          <p:nvPr/>
        </p:nvSpPr>
        <p:spPr bwMode="gray">
          <a:xfrm>
            <a:off x="4678935" y="1007809"/>
            <a:ext cx="2510534" cy="1473083"/>
          </a:xfrm>
          <a:custGeom>
            <a:avLst/>
            <a:gdLst>
              <a:gd name="connsiteX0" fmla="*/ 0 w 3505200"/>
              <a:gd name="connsiteY0" fmla="*/ 0 h 1905000"/>
              <a:gd name="connsiteX1" fmla="*/ 3489960 w 3505200"/>
              <a:gd name="connsiteY1" fmla="*/ 0 h 1905000"/>
              <a:gd name="connsiteX2" fmla="*/ 3505200 w 3505200"/>
              <a:gd name="connsiteY2" fmla="*/ 1905000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05200" h="1905000">
                <a:moveTo>
                  <a:pt x="0" y="0"/>
                </a:moveTo>
                <a:lnTo>
                  <a:pt x="3489960" y="0"/>
                </a:lnTo>
                <a:lnTo>
                  <a:pt x="3505200" y="1905000"/>
                </a:lnTo>
              </a:path>
            </a:pathLst>
          </a:custGeom>
          <a:ln w="19050">
            <a:solidFill>
              <a:srgbClr val="0070C0"/>
            </a:solidFill>
            <a:prstDash val="solid"/>
            <a:headEnd type="non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D15A7D0-992A-4FC3-4D92-561E58EECCEE}"/>
              </a:ext>
            </a:extLst>
          </p:cNvPr>
          <p:cNvSpPr txBox="1"/>
          <p:nvPr/>
        </p:nvSpPr>
        <p:spPr>
          <a:xfrm>
            <a:off x="2079858" y="3269706"/>
            <a:ext cx="1575536" cy="2616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marR="0" lvl="0" indent="0" algn="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PCE Azure File Storage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54E07E9-1B0D-23C7-305E-1F309024DB11}"/>
              </a:ext>
            </a:extLst>
          </p:cNvPr>
          <p:cNvSpPr txBox="1"/>
          <p:nvPr/>
        </p:nvSpPr>
        <p:spPr>
          <a:xfrm>
            <a:off x="6013641" y="3567367"/>
            <a:ext cx="1797508" cy="31136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UAC User Prod: ADAC\NTSF0UACSAP01_I</a:t>
            </a:r>
            <a:endParaRPr kumimoji="0" lang="de-DE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UAC User Int:     ADAC\NTSF0UACSAP01_P</a:t>
            </a:r>
            <a:endParaRPr kumimoji="0" lang="de-DE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de-DE" sz="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Arial Narrow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4566B9F-031C-E455-EBBD-2F507113FFD7}"/>
              </a:ext>
            </a:extLst>
          </p:cNvPr>
          <p:cNvSpPr txBox="1"/>
          <p:nvPr/>
        </p:nvSpPr>
        <p:spPr>
          <a:xfrm>
            <a:off x="4209185" y="3585543"/>
            <a:ext cx="1166085" cy="969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rPr>
              <a:t>Mount AL11: DIR_INTERFACES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1E25A79-168F-0157-B2CA-AB9224A26CAD}"/>
              </a:ext>
            </a:extLst>
          </p:cNvPr>
          <p:cNvSpPr txBox="1"/>
          <p:nvPr/>
        </p:nvSpPr>
        <p:spPr>
          <a:xfrm>
            <a:off x="532947" y="3576127"/>
            <a:ext cx="1072203" cy="969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rPr>
              <a:t>Mount AL11: DIR_SAPMBC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F92F11A8-9931-743B-5323-887A4DE2741C}"/>
              </a:ext>
            </a:extLst>
          </p:cNvPr>
          <p:cNvSpPr txBox="1"/>
          <p:nvPr/>
        </p:nvSpPr>
        <p:spPr>
          <a:xfrm>
            <a:off x="9497052" y="3273113"/>
            <a:ext cx="2464599" cy="31136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Beispielpfad Datenportal</a:t>
            </a:r>
            <a:br>
              <a: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</a:br>
            <a:r>
              <a: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${</a:t>
            </a:r>
            <a:r>
              <a:rPr kumimoji="0" lang="de-DE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datenportal_unc</a:t>
            </a:r>
            <a:r>
              <a: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}\</a:t>
            </a:r>
            <a:r>
              <a:rPr kumimoji="0" lang="de-DE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touser</a:t>
            </a:r>
            <a:r>
              <a: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\ToSAPS4\</a:t>
            </a:r>
            <a:r>
              <a: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1002_01_AIRPLUS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de-DE" sz="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Arial Narrow" pitchFamily="34" charset="0"/>
            </a:endParaRP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A98AFED3-E956-1E5E-27BD-EE9E797AF520}"/>
              </a:ext>
            </a:extLst>
          </p:cNvPr>
          <p:cNvCxnSpPr>
            <a:cxnSpLocks/>
          </p:cNvCxnSpPr>
          <p:nvPr/>
        </p:nvCxnSpPr>
        <p:spPr>
          <a:xfrm>
            <a:off x="3490848" y="1065135"/>
            <a:ext cx="0" cy="1147717"/>
          </a:xfrm>
          <a:prstGeom prst="straightConnector1">
            <a:avLst/>
          </a:prstGeom>
          <a:ln w="19050">
            <a:solidFill>
              <a:srgbClr val="0070C0"/>
            </a:solidFill>
            <a:prstDash val="solid"/>
            <a:headEnd type="triangle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6" name="Tabelle 35">
            <a:extLst>
              <a:ext uri="{FF2B5EF4-FFF2-40B4-BE49-F238E27FC236}">
                <a16:creationId xmlns:a16="http://schemas.microsoft.com/office/drawing/2014/main" id="{861ADA50-614F-3891-21A7-53101BC45DDF}"/>
              </a:ext>
            </a:extLst>
          </p:cNvPr>
          <p:cNvGraphicFramePr>
            <a:graphicFrameLocks noGrp="1"/>
          </p:cNvGraphicFramePr>
          <p:nvPr/>
        </p:nvGraphicFramePr>
        <p:xfrm>
          <a:off x="6927169" y="5026882"/>
          <a:ext cx="4641939" cy="99060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229648">
                  <a:extLst>
                    <a:ext uri="{9D8B030D-6E8A-4147-A177-3AD203B41FA5}">
                      <a16:colId xmlns:a16="http://schemas.microsoft.com/office/drawing/2014/main" val="2209827984"/>
                    </a:ext>
                  </a:extLst>
                </a:gridCol>
                <a:gridCol w="1346355">
                  <a:extLst>
                    <a:ext uri="{9D8B030D-6E8A-4147-A177-3AD203B41FA5}">
                      <a16:colId xmlns:a16="http://schemas.microsoft.com/office/drawing/2014/main" val="2475842499"/>
                    </a:ext>
                  </a:extLst>
                </a:gridCol>
                <a:gridCol w="1110744">
                  <a:extLst>
                    <a:ext uri="{9D8B030D-6E8A-4147-A177-3AD203B41FA5}">
                      <a16:colId xmlns:a16="http://schemas.microsoft.com/office/drawing/2014/main" val="3816276737"/>
                    </a:ext>
                  </a:extLst>
                </a:gridCol>
                <a:gridCol w="955192">
                  <a:extLst>
                    <a:ext uri="{9D8B030D-6E8A-4147-A177-3AD203B41FA5}">
                      <a16:colId xmlns:a16="http://schemas.microsoft.com/office/drawing/2014/main" val="3824379629"/>
                    </a:ext>
                  </a:extLst>
                </a:gridCol>
              </a:tblGrid>
              <a:tr h="163768">
                <a:tc>
                  <a:txBody>
                    <a:bodyPr/>
                    <a:lstStyle/>
                    <a:p>
                      <a:r>
                        <a:rPr lang="de-DE" sz="700" dirty="0"/>
                        <a:t>Prozess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700" dirty="0"/>
                        <a:t>Umgebung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700" dirty="0"/>
                        <a:t>Alias Integration Suite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700" dirty="0"/>
                        <a:t>Technischer User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6120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e-DE" sz="700" dirty="0"/>
                        <a:t>Dateischnittstellen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700" dirty="0"/>
                        <a:t>ADAC Datenportal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700" dirty="0" err="1"/>
                        <a:t>ADAC_DatenPortal</a:t>
                      </a:r>
                      <a:endParaRPr lang="de-DE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700" dirty="0" err="1"/>
                        <a:t>sapintsuiteftp</a:t>
                      </a:r>
                      <a:endParaRPr lang="de-DE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9751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2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dirty="0"/>
                        <a:t>Dateischnittstellen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2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dirty="0"/>
                        <a:t>ADAC Datenportal Produktion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700" dirty="0"/>
                        <a:t>ADAC </a:t>
                      </a:r>
                      <a:r>
                        <a:rPr lang="de-DE" sz="700" dirty="0" err="1"/>
                        <a:t>DatenPortal</a:t>
                      </a:r>
                      <a:endParaRPr lang="de-DE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700" dirty="0" err="1"/>
                        <a:t>sapintsuiteftp</a:t>
                      </a:r>
                      <a:endParaRPr lang="de-DE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4940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2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dirty="0"/>
                        <a:t>MBC-Dateischnittstellen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700" dirty="0"/>
                        <a:t>ADAC Datenportal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700" dirty="0" err="1"/>
                        <a:t>ADAC_DatenPortal_MBC</a:t>
                      </a:r>
                      <a:endParaRPr lang="de-DE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700" dirty="0" err="1"/>
                        <a:t>sapintsuitembcftp</a:t>
                      </a:r>
                      <a:endParaRPr lang="de-DE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5964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2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dirty="0"/>
                        <a:t>MBC-Dateischnittstellen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2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dirty="0"/>
                        <a:t>ADAC Datenportal Produktion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700" dirty="0"/>
                        <a:t>ADAC </a:t>
                      </a:r>
                      <a:r>
                        <a:rPr lang="de-DE" sz="700" dirty="0" err="1"/>
                        <a:t>DatenPortal_MBC</a:t>
                      </a:r>
                      <a:endParaRPr lang="de-DE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700" dirty="0" err="1"/>
                        <a:t>sapintsuitembcftp</a:t>
                      </a:r>
                      <a:endParaRPr lang="de-DE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904237"/>
                  </a:ext>
                </a:extLst>
              </a:tr>
            </a:tbl>
          </a:graphicData>
        </a:graphic>
      </p:graphicFrame>
      <p:sp>
        <p:nvSpPr>
          <p:cNvPr id="37" name="Textfeld 36">
            <a:extLst>
              <a:ext uri="{FF2B5EF4-FFF2-40B4-BE49-F238E27FC236}">
                <a16:creationId xmlns:a16="http://schemas.microsoft.com/office/drawing/2014/main" id="{A1A1D629-CE9B-BF7A-FC61-773E2038450E}"/>
              </a:ext>
            </a:extLst>
          </p:cNvPr>
          <p:cNvSpPr txBox="1"/>
          <p:nvPr/>
        </p:nvSpPr>
        <p:spPr>
          <a:xfrm>
            <a:off x="6946845" y="4848279"/>
            <a:ext cx="4600048" cy="18825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Zugriffe SAP Integration Suite – ADAC Datenportal</a:t>
            </a:r>
            <a:endParaRPr kumimoji="0" lang="de-DE" sz="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de-DE" sz="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Arial Narrow" pitchFamily="34" charset="0"/>
            </a:endParaRPr>
          </a:p>
        </p:txBody>
      </p:sp>
      <p:graphicFrame>
        <p:nvGraphicFramePr>
          <p:cNvPr id="38" name="Tabelle 37">
            <a:extLst>
              <a:ext uri="{FF2B5EF4-FFF2-40B4-BE49-F238E27FC236}">
                <a16:creationId xmlns:a16="http://schemas.microsoft.com/office/drawing/2014/main" id="{456B9C82-90F1-2114-7B26-F5148E5FA280}"/>
              </a:ext>
            </a:extLst>
          </p:cNvPr>
          <p:cNvGraphicFramePr>
            <a:graphicFrameLocks noGrp="1"/>
          </p:cNvGraphicFramePr>
          <p:nvPr/>
        </p:nvGraphicFramePr>
        <p:xfrm>
          <a:off x="136423" y="5026882"/>
          <a:ext cx="4683228" cy="1387888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105221">
                  <a:extLst>
                    <a:ext uri="{9D8B030D-6E8A-4147-A177-3AD203B41FA5}">
                      <a16:colId xmlns:a16="http://schemas.microsoft.com/office/drawing/2014/main" val="2209827984"/>
                    </a:ext>
                  </a:extLst>
                </a:gridCol>
                <a:gridCol w="1438251">
                  <a:extLst>
                    <a:ext uri="{9D8B030D-6E8A-4147-A177-3AD203B41FA5}">
                      <a16:colId xmlns:a16="http://schemas.microsoft.com/office/drawing/2014/main" val="2475842499"/>
                    </a:ext>
                  </a:extLst>
                </a:gridCol>
                <a:gridCol w="1034855">
                  <a:extLst>
                    <a:ext uri="{9D8B030D-6E8A-4147-A177-3AD203B41FA5}">
                      <a16:colId xmlns:a16="http://schemas.microsoft.com/office/drawing/2014/main" val="3816276737"/>
                    </a:ext>
                  </a:extLst>
                </a:gridCol>
                <a:gridCol w="1104901">
                  <a:extLst>
                    <a:ext uri="{9D8B030D-6E8A-4147-A177-3AD203B41FA5}">
                      <a16:colId xmlns:a16="http://schemas.microsoft.com/office/drawing/2014/main" val="3824379629"/>
                    </a:ext>
                  </a:extLst>
                </a:gridCol>
              </a:tblGrid>
              <a:tr h="199168">
                <a:tc>
                  <a:txBody>
                    <a:bodyPr/>
                    <a:lstStyle/>
                    <a:p>
                      <a:r>
                        <a:rPr lang="de-DE" sz="700" dirty="0"/>
                        <a:t>Prozess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700" dirty="0"/>
                        <a:t>Umgebung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700" dirty="0"/>
                        <a:t>Alias Integration Suite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700" dirty="0"/>
                        <a:t>Technischer User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6120132"/>
                  </a:ext>
                </a:extLst>
              </a:tr>
              <a:tr h="168261">
                <a:tc>
                  <a:txBody>
                    <a:bodyPr/>
                    <a:lstStyle/>
                    <a:p>
                      <a:r>
                        <a:rPr lang="de-DE" sz="700" dirty="0"/>
                        <a:t>Dateischnittstellen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700" dirty="0"/>
                        <a:t>PCE Azure File Storage EEA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700" dirty="0"/>
                        <a:t>FTP_EEA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700" dirty="0"/>
                        <a:t>FTP_INTSUIT_EEA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9751519"/>
                  </a:ext>
                </a:extLst>
              </a:tr>
              <a:tr h="168261">
                <a:tc>
                  <a:txBody>
                    <a:bodyPr/>
                    <a:lstStyle/>
                    <a:p>
                      <a:pPr marL="0" marR="0" lvl="0" indent="0" algn="l" defTabSz="9142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dirty="0"/>
                        <a:t>Dateischnittstellen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700" dirty="0"/>
                        <a:t>PCE Azure File Storage EQA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700" dirty="0"/>
                        <a:t>FTP_EQA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700" dirty="0"/>
                        <a:t>FTP_INTSUIT_EQA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4940976"/>
                  </a:ext>
                </a:extLst>
              </a:tr>
              <a:tr h="168261">
                <a:tc>
                  <a:txBody>
                    <a:bodyPr/>
                    <a:lstStyle/>
                    <a:p>
                      <a:pPr marL="0" marR="0" lvl="0" indent="0" algn="l" defTabSz="9142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dirty="0"/>
                        <a:t>Dateischnittstellen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700" dirty="0"/>
                        <a:t>PCE Azure File Storage EPA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700" dirty="0"/>
                        <a:t>FTP_EPA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700" dirty="0"/>
                        <a:t>FTP_INTSUIT_EPA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1878223"/>
                  </a:ext>
                </a:extLst>
              </a:tr>
              <a:tr h="168261">
                <a:tc>
                  <a:txBody>
                    <a:bodyPr/>
                    <a:lstStyle/>
                    <a:p>
                      <a:pPr marL="0" marR="0" lvl="0" indent="0" algn="l" defTabSz="9142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dirty="0"/>
                        <a:t>MBC-Dateischnittstellen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700" dirty="0"/>
                        <a:t>PCE Azure File Storage MBC EEA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700" dirty="0"/>
                        <a:t>FTP_MBC_EEA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700" dirty="0"/>
                        <a:t>FTP_INTSUIT_MBC_EEA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5964071"/>
                  </a:ext>
                </a:extLst>
              </a:tr>
              <a:tr h="168261">
                <a:tc>
                  <a:txBody>
                    <a:bodyPr/>
                    <a:lstStyle/>
                    <a:p>
                      <a:pPr marL="0" marR="0" lvl="0" indent="0" algn="l" defTabSz="9142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dirty="0"/>
                        <a:t>MBC-Dateischnittstellen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700" dirty="0"/>
                        <a:t>PCE Azure File Storage MBC EQA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700" dirty="0"/>
                        <a:t>FTP_MBC_EQA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700" dirty="0"/>
                        <a:t>FTP_INTSUIT_MBC_EQA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904237"/>
                  </a:ext>
                </a:extLst>
              </a:tr>
              <a:tr h="168261">
                <a:tc>
                  <a:txBody>
                    <a:bodyPr/>
                    <a:lstStyle/>
                    <a:p>
                      <a:pPr marL="0" marR="0" lvl="0" indent="0" algn="l" defTabSz="9142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dirty="0"/>
                        <a:t>MBC-Dateischnittstellen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700" dirty="0"/>
                        <a:t>PCE Azure File Storage MBC EQA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700" dirty="0"/>
                        <a:t>FTP_MBC_EPA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700" dirty="0"/>
                        <a:t>FTP_INTSUIT_MBC_EPA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573188"/>
                  </a:ext>
                </a:extLst>
              </a:tr>
            </a:tbl>
          </a:graphicData>
        </a:graphic>
      </p:graphicFrame>
      <p:sp>
        <p:nvSpPr>
          <p:cNvPr id="39" name="Textfeld 38">
            <a:extLst>
              <a:ext uri="{FF2B5EF4-FFF2-40B4-BE49-F238E27FC236}">
                <a16:creationId xmlns:a16="http://schemas.microsoft.com/office/drawing/2014/main" id="{BF7D5FCE-17AE-31E7-325C-AFA78CB1F0ED}"/>
              </a:ext>
            </a:extLst>
          </p:cNvPr>
          <p:cNvSpPr txBox="1"/>
          <p:nvPr/>
        </p:nvSpPr>
        <p:spPr>
          <a:xfrm>
            <a:off x="156099" y="4848279"/>
            <a:ext cx="4600048" cy="18825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Zugriffe SAP Integration Suite – PCE Azure File Storage</a:t>
            </a:r>
            <a:endParaRPr kumimoji="0" lang="de-DE" sz="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de-DE" sz="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Arial Narrow" pitchFamily="34" charset="0"/>
            </a:endParaRPr>
          </a:p>
        </p:txBody>
      </p:sp>
      <p:sp>
        <p:nvSpPr>
          <p:cNvPr id="42" name="Titel 3">
            <a:extLst>
              <a:ext uri="{FF2B5EF4-FFF2-40B4-BE49-F238E27FC236}">
                <a16:creationId xmlns:a16="http://schemas.microsoft.com/office/drawing/2014/main" id="{0C59B1E6-D0FE-5906-98CC-2817E8F6C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131" y="370797"/>
            <a:ext cx="2628627" cy="690610"/>
          </a:xfrm>
        </p:spPr>
        <p:txBody>
          <a:bodyPr/>
          <a:lstStyle/>
          <a:p>
            <a:r>
              <a:rPr lang="de-DE" sz="1800" dirty="0"/>
              <a:t>Enterprise Services -</a:t>
            </a:r>
            <a:br>
              <a:rPr lang="de-DE" sz="1600" dirty="0"/>
            </a:br>
            <a:r>
              <a:rPr lang="de-DE" sz="1600" dirty="0"/>
              <a:t>Schnittstellenarchitektur</a:t>
            </a:r>
            <a:endParaRPr lang="de-DE" sz="2400" dirty="0"/>
          </a:p>
        </p:txBody>
      </p:sp>
      <p:cxnSp>
        <p:nvCxnSpPr>
          <p:cNvPr id="46" name="Verbinder: gewinkelt 45">
            <a:extLst>
              <a:ext uri="{FF2B5EF4-FFF2-40B4-BE49-F238E27FC236}">
                <a16:creationId xmlns:a16="http://schemas.microsoft.com/office/drawing/2014/main" id="{3BF49329-7186-3BD7-A052-544F8D78A06B}"/>
              </a:ext>
            </a:extLst>
          </p:cNvPr>
          <p:cNvCxnSpPr>
            <a:cxnSpLocks/>
            <a:stCxn id="56" idx="3"/>
          </p:cNvCxnSpPr>
          <p:nvPr/>
        </p:nvCxnSpPr>
        <p:spPr>
          <a:xfrm flipV="1">
            <a:off x="5348920" y="3347636"/>
            <a:ext cx="155983" cy="601526"/>
          </a:xfrm>
          <a:prstGeom prst="bentConnector2">
            <a:avLst/>
          </a:prstGeom>
          <a:ln w="19050">
            <a:solidFill>
              <a:srgbClr val="0070C0"/>
            </a:solidFill>
            <a:prstDash val="solid"/>
            <a:headEnd type="triangle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hteck 70">
            <a:extLst>
              <a:ext uri="{FF2B5EF4-FFF2-40B4-BE49-F238E27FC236}">
                <a16:creationId xmlns:a16="http://schemas.microsoft.com/office/drawing/2014/main" id="{FA726A95-F9AD-FE8C-054D-25CAB313FAC9}"/>
              </a:ext>
            </a:extLst>
          </p:cNvPr>
          <p:cNvSpPr/>
          <p:nvPr/>
        </p:nvSpPr>
        <p:spPr bwMode="gray">
          <a:xfrm>
            <a:off x="7977727" y="3733481"/>
            <a:ext cx="1310635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mpd="sng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l-PL" sz="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+mn-ea"/>
              <a:cs typeface="Calibri" charset="0"/>
            </a:endParaRPr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646F3025-A73B-B924-A688-BE369CF07EE5}"/>
              </a:ext>
            </a:extLst>
          </p:cNvPr>
          <p:cNvSpPr/>
          <p:nvPr/>
        </p:nvSpPr>
        <p:spPr bwMode="gray">
          <a:xfrm>
            <a:off x="7955398" y="3697288"/>
            <a:ext cx="1310635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mpd="sng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l-PL" sz="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+mn-ea"/>
              <a:cs typeface="Calibri" charset="0"/>
            </a:endParaRPr>
          </a:p>
        </p:txBody>
      </p:sp>
      <p:sp>
        <p:nvSpPr>
          <p:cNvPr id="66" name="Rechteck 65">
            <a:extLst>
              <a:ext uri="{FF2B5EF4-FFF2-40B4-BE49-F238E27FC236}">
                <a16:creationId xmlns:a16="http://schemas.microsoft.com/office/drawing/2014/main" id="{1AA739F5-F426-0F19-C2F8-6BB17445EAEA}"/>
              </a:ext>
            </a:extLst>
          </p:cNvPr>
          <p:cNvSpPr/>
          <p:nvPr/>
        </p:nvSpPr>
        <p:spPr bwMode="gray">
          <a:xfrm>
            <a:off x="7932375" y="3661831"/>
            <a:ext cx="1310635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mpd="sng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UAC_</a:t>
            </a:r>
            <a:r>
              <a: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P</a:t>
            </a:r>
            <a:r>
              <a:rPr kumimoji="0" lang="pl-PL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_SAP#</a:t>
            </a:r>
            <a:r>
              <a: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P</a:t>
            </a:r>
            <a:r>
              <a:rPr kumimoji="0" lang="pl-PL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_W_HF-100</a:t>
            </a:r>
            <a:r>
              <a:rPr kumimoji="0" lang="de-DE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2</a:t>
            </a:r>
            <a:r>
              <a:rPr kumimoji="0" lang="pl-PL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-01-TS_001</a:t>
            </a:r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F78030B3-7880-B99B-A7F9-98C064B44E4E}"/>
              </a:ext>
            </a:extLst>
          </p:cNvPr>
          <p:cNvSpPr txBox="1"/>
          <p:nvPr/>
        </p:nvSpPr>
        <p:spPr>
          <a:xfrm>
            <a:off x="8964987" y="3860360"/>
            <a:ext cx="460016" cy="2308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marR="0" lvl="0" indent="0" algn="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+mn-ea"/>
                <a:cs typeface="Calibri" charset="0"/>
              </a:rPr>
              <a:t>UAC</a:t>
            </a:r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C079B5E4-9276-6C67-BB5D-254A0A03DF04}"/>
              </a:ext>
            </a:extLst>
          </p:cNvPr>
          <p:cNvSpPr txBox="1"/>
          <p:nvPr/>
        </p:nvSpPr>
        <p:spPr>
          <a:xfrm>
            <a:off x="8364376" y="3526718"/>
            <a:ext cx="494887" cy="18825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Workflows</a:t>
            </a:r>
            <a:endParaRPr kumimoji="0" lang="de-DE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de-DE" sz="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Arial Narrow" pitchFamily="34" charset="0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1AC4AC4A-D40F-A5E8-34D6-72E7B4D8FCB3}"/>
              </a:ext>
            </a:extLst>
          </p:cNvPr>
          <p:cNvSpPr/>
          <p:nvPr/>
        </p:nvSpPr>
        <p:spPr>
          <a:xfrm>
            <a:off x="306861" y="1920651"/>
            <a:ext cx="5235201" cy="18213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Cloud Connector</a:t>
            </a:r>
          </a:p>
        </p:txBody>
      </p:sp>
      <p:pic>
        <p:nvPicPr>
          <p:cNvPr id="41" name="Picture 8" descr="SAP – Wikipedia">
            <a:extLst>
              <a:ext uri="{FF2B5EF4-FFF2-40B4-BE49-F238E27FC236}">
                <a16:creationId xmlns:a16="http://schemas.microsoft.com/office/drawing/2014/main" id="{186E0A4B-BA65-575F-A7B9-7BFB3F391A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55" y="1926915"/>
            <a:ext cx="281425" cy="139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8" name="Rechteck 1027">
            <a:extLst>
              <a:ext uri="{FF2B5EF4-FFF2-40B4-BE49-F238E27FC236}">
                <a16:creationId xmlns:a16="http://schemas.microsoft.com/office/drawing/2014/main" id="{54DF6CAC-7476-8DD0-D43C-F96FCA3C339D}"/>
              </a:ext>
            </a:extLst>
          </p:cNvPr>
          <p:cNvSpPr/>
          <p:nvPr/>
        </p:nvSpPr>
        <p:spPr bwMode="gray">
          <a:xfrm>
            <a:off x="3130521" y="739532"/>
            <a:ext cx="1493094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mpd="sng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3" name="Rechteck 1042">
            <a:extLst>
              <a:ext uri="{FF2B5EF4-FFF2-40B4-BE49-F238E27FC236}">
                <a16:creationId xmlns:a16="http://schemas.microsoft.com/office/drawing/2014/main" id="{DD57BB2C-F860-C115-C46F-3DD449F66866}"/>
              </a:ext>
            </a:extLst>
          </p:cNvPr>
          <p:cNvSpPr/>
          <p:nvPr/>
        </p:nvSpPr>
        <p:spPr bwMode="gray">
          <a:xfrm>
            <a:off x="3102010" y="698786"/>
            <a:ext cx="1493094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mpd="sng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5" name="Rechteck 1044">
            <a:extLst>
              <a:ext uri="{FF2B5EF4-FFF2-40B4-BE49-F238E27FC236}">
                <a16:creationId xmlns:a16="http://schemas.microsoft.com/office/drawing/2014/main" id="{B84962AC-36BD-A47C-C23E-B53DA9022671}"/>
              </a:ext>
            </a:extLst>
          </p:cNvPr>
          <p:cNvSpPr/>
          <p:nvPr/>
        </p:nvSpPr>
        <p:spPr bwMode="gray">
          <a:xfrm>
            <a:off x="3072252" y="662299"/>
            <a:ext cx="1493094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mpd="sng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 dirty="0">
                <a:ln>
                  <a:noFill/>
                </a:ln>
                <a:solidFill>
                  <a:srgbClr val="1D2D3E"/>
                </a:solidFill>
                <a:effectLst/>
                <a:uLnTx/>
                <a:uFillTx/>
                <a:latin typeface="72Black"/>
                <a:ea typeface="+mn-ea"/>
                <a:cs typeface="+mn-cs"/>
              </a:rPr>
              <a:t>1002_01_AirPlus_Datenportal_S4</a:t>
            </a:r>
            <a:endParaRPr kumimoji="0" lang="de-DE" sz="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8" name="Textfeld 1047">
            <a:extLst>
              <a:ext uri="{FF2B5EF4-FFF2-40B4-BE49-F238E27FC236}">
                <a16:creationId xmlns:a16="http://schemas.microsoft.com/office/drawing/2014/main" id="{28087395-8077-673C-AA3D-BF6E62F785B7}"/>
              </a:ext>
            </a:extLst>
          </p:cNvPr>
          <p:cNvSpPr txBox="1"/>
          <p:nvPr/>
        </p:nvSpPr>
        <p:spPr>
          <a:xfrm>
            <a:off x="3174822" y="527407"/>
            <a:ext cx="1387585" cy="1246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rPr>
              <a:t>iFlows</a:t>
            </a:r>
            <a:endParaRPr kumimoji="0" lang="de-DE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Arial Narrow" pitchFamily="34" charset="0"/>
            </a:endParaRPr>
          </a:p>
        </p:txBody>
      </p:sp>
      <p:sp>
        <p:nvSpPr>
          <p:cNvPr id="1050" name="Textfeld 1049">
            <a:extLst>
              <a:ext uri="{FF2B5EF4-FFF2-40B4-BE49-F238E27FC236}">
                <a16:creationId xmlns:a16="http://schemas.microsoft.com/office/drawing/2014/main" id="{03857EB1-9FCC-A54D-6693-95A3ABA3416C}"/>
              </a:ext>
            </a:extLst>
          </p:cNvPr>
          <p:cNvSpPr txBox="1"/>
          <p:nvPr/>
        </p:nvSpPr>
        <p:spPr>
          <a:xfrm>
            <a:off x="2809154" y="916727"/>
            <a:ext cx="1866586" cy="138499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de-DE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rPr>
              <a:t>SAP Integration Suite</a:t>
            </a:r>
          </a:p>
        </p:txBody>
      </p:sp>
      <p:sp>
        <p:nvSpPr>
          <p:cNvPr id="148" name="Rechteck 147">
            <a:extLst>
              <a:ext uri="{FF2B5EF4-FFF2-40B4-BE49-F238E27FC236}">
                <a16:creationId xmlns:a16="http://schemas.microsoft.com/office/drawing/2014/main" id="{F7B71598-6416-3652-1C8E-8EA95CC1D30C}"/>
              </a:ext>
            </a:extLst>
          </p:cNvPr>
          <p:cNvSpPr/>
          <p:nvPr/>
        </p:nvSpPr>
        <p:spPr bwMode="gray">
          <a:xfrm>
            <a:off x="2097285" y="3976957"/>
            <a:ext cx="1493094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mpd="sng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9" name="Rechteck 148">
            <a:extLst>
              <a:ext uri="{FF2B5EF4-FFF2-40B4-BE49-F238E27FC236}">
                <a16:creationId xmlns:a16="http://schemas.microsoft.com/office/drawing/2014/main" id="{8D449651-428E-291C-1378-E564DBFA1C27}"/>
              </a:ext>
            </a:extLst>
          </p:cNvPr>
          <p:cNvSpPr/>
          <p:nvPr/>
        </p:nvSpPr>
        <p:spPr bwMode="gray">
          <a:xfrm>
            <a:off x="2068774" y="3936211"/>
            <a:ext cx="1493094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mpd="sng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6" name="Rechteck 155">
            <a:extLst>
              <a:ext uri="{FF2B5EF4-FFF2-40B4-BE49-F238E27FC236}">
                <a16:creationId xmlns:a16="http://schemas.microsoft.com/office/drawing/2014/main" id="{C832BCD3-12FC-1817-6C4C-0C5DC7F32F2C}"/>
              </a:ext>
            </a:extLst>
          </p:cNvPr>
          <p:cNvSpPr/>
          <p:nvPr/>
        </p:nvSpPr>
        <p:spPr bwMode="gray">
          <a:xfrm>
            <a:off x="2039016" y="3899724"/>
            <a:ext cx="1493094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mpd="sng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none" lIns="0" tIns="0" rIns="0" bIns="0" rtlCol="0" anchor="ctr" anchorCtr="0"/>
          <a:lstStyle/>
          <a:p>
            <a:pPr marL="0" marR="0" lvl="0" indent="0" algn="ctr" defTabSz="91421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b="0" i="0" u="none" strike="noStrike" kern="1200" cap="none" spc="0" normalizeH="0" baseline="0" noProof="0" dirty="0">
                <a:ln>
                  <a:noFill/>
                </a:ln>
                <a:solidFill>
                  <a:srgbClr val="1D2D3E"/>
                </a:solidFill>
                <a:effectLst/>
                <a:uLnTx/>
                <a:uFillTx/>
                <a:latin typeface="72Black"/>
                <a:ea typeface="+mn-ea"/>
                <a:cs typeface="+mn-cs"/>
              </a:rPr>
              <a:t>      E_0_FI_IO_1002_01_AIRPLUS	</a:t>
            </a:r>
          </a:p>
        </p:txBody>
      </p:sp>
      <p:sp>
        <p:nvSpPr>
          <p:cNvPr id="158" name="Textfeld 157">
            <a:extLst>
              <a:ext uri="{FF2B5EF4-FFF2-40B4-BE49-F238E27FC236}">
                <a16:creationId xmlns:a16="http://schemas.microsoft.com/office/drawing/2014/main" id="{E3341E2A-E904-3FF0-5560-D31175330558}"/>
              </a:ext>
            </a:extLst>
          </p:cNvPr>
          <p:cNvSpPr txBox="1"/>
          <p:nvPr/>
        </p:nvSpPr>
        <p:spPr>
          <a:xfrm>
            <a:off x="2043013" y="3762470"/>
            <a:ext cx="1496290" cy="1246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Arial Narrow" pitchFamily="34" charset="0"/>
              </a:rPr>
              <a:t>Background Jobs</a:t>
            </a:r>
          </a:p>
        </p:txBody>
      </p:sp>
    </p:spTree>
    <p:extLst>
      <p:ext uri="{BB962C8B-B14F-4D97-AF65-F5344CB8AC3E}">
        <p14:creationId xmlns:p14="http://schemas.microsoft.com/office/powerpoint/2010/main" val="2596127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1940DDA-0656-452C-A408-68789653BD9B}" type="slidenum">
              <a:rPr kumimoji="0" lang="de-DE" sz="2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+mn-lt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de-DE" sz="2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  <a:sym typeface="+mn-lt"/>
            </a:endParaRP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+mn-lt"/>
              </a:rPr>
              <a:t>Template ADAC new CD | 27.12.2017</a:t>
            </a:r>
          </a:p>
        </p:txBody>
      </p:sp>
      <p:sp>
        <p:nvSpPr>
          <p:cNvPr id="6" name="Titel 3">
            <a:extLst>
              <a:ext uri="{FF2B5EF4-FFF2-40B4-BE49-F238E27FC236}">
                <a16:creationId xmlns:a16="http://schemas.microsoft.com/office/drawing/2014/main" id="{1EB9265F-7228-9509-485D-E3D727666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438" y="693441"/>
            <a:ext cx="11064993" cy="565265"/>
          </a:xfrm>
        </p:spPr>
        <p:txBody>
          <a:bodyPr/>
          <a:lstStyle/>
          <a:p>
            <a:r>
              <a:rPr lang="de-DE" sz="3200" dirty="0"/>
              <a:t>Enterprise Services</a:t>
            </a:r>
            <a:br>
              <a:rPr lang="de-DE" sz="3200" dirty="0"/>
            </a:br>
            <a:r>
              <a:rPr lang="de-DE" sz="2400" dirty="0"/>
              <a:t>Architekturvorgaben S/4HANA – Verbindungsarten und Beispiele</a:t>
            </a:r>
            <a:endParaRPr lang="de-DE" sz="3386" dirty="0"/>
          </a:p>
        </p:txBody>
      </p:sp>
      <p:graphicFrame>
        <p:nvGraphicFramePr>
          <p:cNvPr id="4" name="Tabelle 4">
            <a:extLst>
              <a:ext uri="{FF2B5EF4-FFF2-40B4-BE49-F238E27FC236}">
                <a16:creationId xmlns:a16="http://schemas.microsoft.com/office/drawing/2014/main" id="{A92CE36F-9419-9BAD-5B16-ED518BA7D1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5253877"/>
              </p:ext>
            </p:extLst>
          </p:nvPr>
        </p:nvGraphicFramePr>
        <p:xfrm>
          <a:off x="568437" y="1788613"/>
          <a:ext cx="11064994" cy="393192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2586887">
                  <a:extLst>
                    <a:ext uri="{9D8B030D-6E8A-4147-A177-3AD203B41FA5}">
                      <a16:colId xmlns:a16="http://schemas.microsoft.com/office/drawing/2014/main" val="2632511020"/>
                    </a:ext>
                  </a:extLst>
                </a:gridCol>
                <a:gridCol w="8478107">
                  <a:extLst>
                    <a:ext uri="{9D8B030D-6E8A-4147-A177-3AD203B41FA5}">
                      <a16:colId xmlns:a16="http://schemas.microsoft.com/office/drawing/2014/main" val="2339207131"/>
                    </a:ext>
                  </a:extLst>
                </a:gridCol>
              </a:tblGrid>
              <a:tr h="161503">
                <a:tc>
                  <a:txBody>
                    <a:bodyPr/>
                    <a:lstStyle/>
                    <a:p>
                      <a:r>
                        <a:rPr lang="de-DE" sz="1200" dirty="0"/>
                        <a:t>Verbindungsart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Beispiele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4374445"/>
                  </a:ext>
                </a:extLst>
              </a:tr>
              <a:tr h="161503">
                <a:tc>
                  <a:txBody>
                    <a:bodyPr/>
                    <a:lstStyle/>
                    <a:p>
                      <a:r>
                        <a:rPr lang="de-DE" sz="1200" dirty="0"/>
                        <a:t>RFC-Verbindungen SAP zu SAP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HCM zu ERP (Kostenstellensynchronisierung über ALE-Verteilung, Buchungen Personalwesen)</a:t>
                      </a:r>
                    </a:p>
                    <a:p>
                      <a:r>
                        <a:rPr lang="de-DE" sz="1200" dirty="0"/>
                        <a:t>FS-CD zu ERP (Buchungen aus Mitglieder CRM und Versicherung CRM)</a:t>
                      </a:r>
                    </a:p>
                    <a:p>
                      <a:r>
                        <a:rPr lang="de-DE" sz="1200" dirty="0"/>
                        <a:t>ERP zu BW (Reporting)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5775513"/>
                  </a:ext>
                </a:extLst>
              </a:tr>
              <a:tr h="161503">
                <a:tc>
                  <a:txBody>
                    <a:bodyPr/>
                    <a:lstStyle/>
                    <a:p>
                      <a:r>
                        <a:rPr lang="de-DE" sz="1200" dirty="0"/>
                        <a:t>RFC-Verbindungen non-SAP zu SAP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 err="1"/>
                        <a:t>Celonis</a:t>
                      </a:r>
                      <a:r>
                        <a:rPr lang="de-DE" sz="1200" dirty="0"/>
                        <a:t> (Umstellung geplant)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0745320"/>
                  </a:ext>
                </a:extLst>
              </a:tr>
              <a:tr h="161503">
                <a:tc>
                  <a:txBody>
                    <a:bodyPr/>
                    <a:lstStyle/>
                    <a:p>
                      <a:r>
                        <a:rPr lang="de-DE" sz="1200" dirty="0"/>
                        <a:t>3rd Party Cloud-Anwendungen zu SAP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SWA-Lösung (Arvato </a:t>
                      </a:r>
                      <a:r>
                        <a:rPr lang="de-DE" sz="1200" dirty="0" err="1"/>
                        <a:t>Platbricks</a:t>
                      </a:r>
                      <a:r>
                        <a:rPr lang="de-DE" sz="1200" dirty="0"/>
                        <a:t>, Zucchetti </a:t>
                      </a:r>
                      <a:r>
                        <a:rPr lang="de-DE" sz="1200" dirty="0" err="1"/>
                        <a:t>ePos</a:t>
                      </a:r>
                      <a:r>
                        <a:rPr lang="de-DE" sz="1200" dirty="0"/>
                        <a:t>)</a:t>
                      </a:r>
                    </a:p>
                    <a:p>
                      <a:r>
                        <a:rPr lang="de-DE" sz="1200" dirty="0" err="1"/>
                        <a:t>Ivalua</a:t>
                      </a:r>
                      <a:r>
                        <a:rPr lang="de-DE" sz="1200" dirty="0"/>
                        <a:t> (</a:t>
                      </a:r>
                      <a:r>
                        <a:rPr lang="de-DE" sz="1200" dirty="0" err="1"/>
                        <a:t>eProcurement</a:t>
                      </a:r>
                      <a:r>
                        <a:rPr lang="de-DE" sz="12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664450"/>
                  </a:ext>
                </a:extLst>
              </a:tr>
              <a:tr h="161503">
                <a:tc>
                  <a:txBody>
                    <a:bodyPr/>
                    <a:lstStyle/>
                    <a:p>
                      <a:r>
                        <a:rPr lang="de-DE" sz="1200" dirty="0"/>
                        <a:t>Dateischnittstellen Inbound/Outbound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LRG LIKS, RAPS, PORTA…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2557863"/>
                  </a:ext>
                </a:extLst>
              </a:tr>
              <a:tr h="161503">
                <a:tc>
                  <a:txBody>
                    <a:bodyPr/>
                    <a:lstStyle/>
                    <a:p>
                      <a:r>
                        <a:rPr lang="de-DE" sz="1200" dirty="0"/>
                        <a:t>Web Services Vor- und Umsysteme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/>
                        <a:t>eCommerce-Portale (THG-Zertifikate, </a:t>
                      </a:r>
                      <a:r>
                        <a:rPr lang="de-DE" sz="1200" dirty="0" err="1"/>
                        <a:t>Loyalty</a:t>
                      </a:r>
                      <a:r>
                        <a:rPr lang="de-DE" sz="1200" dirty="0"/>
                        <a:t>-Programm, Maut-Portal, </a:t>
                      </a:r>
                      <a:r>
                        <a:rPr lang="de-DE" sz="1200" dirty="0" err="1"/>
                        <a:t>Carnet</a:t>
                      </a:r>
                      <a:r>
                        <a:rPr lang="de-DE" sz="1200" dirty="0"/>
                        <a:t> de Passage…)</a:t>
                      </a:r>
                    </a:p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/>
                        <a:t>Geplant: AVM (</a:t>
                      </a:r>
                      <a:r>
                        <a:rPr lang="de-DE" sz="1200" dirty="0" err="1"/>
                        <a:t>AVMBroker</a:t>
                      </a:r>
                      <a:r>
                        <a:rPr lang="de-DE" sz="1200" dirty="0"/>
                        <a:t>, </a:t>
                      </a:r>
                      <a:r>
                        <a:rPr lang="de-DE" sz="1200" dirty="0" err="1"/>
                        <a:t>AVMCamper</a:t>
                      </a:r>
                      <a:r>
                        <a:rPr lang="de-DE" sz="1200" dirty="0"/>
                        <a:t>, </a:t>
                      </a:r>
                      <a:r>
                        <a:rPr lang="de-DE" sz="1200" dirty="0" err="1"/>
                        <a:t>AVMClubMobil</a:t>
                      </a:r>
                      <a:r>
                        <a:rPr lang="de-DE" sz="12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032205"/>
                  </a:ext>
                </a:extLst>
              </a:tr>
              <a:tr h="161503">
                <a:tc>
                  <a:txBody>
                    <a:bodyPr/>
                    <a:lstStyle/>
                    <a:p>
                      <a:r>
                        <a:rPr lang="de-DE" sz="1200" dirty="0"/>
                        <a:t>SAP Public Cloud Komponenten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SAP Analytics Cloud (Reporting und Planung)</a:t>
                      </a:r>
                    </a:p>
                    <a:p>
                      <a:r>
                        <a:rPr lang="de-DE" sz="1200" dirty="0"/>
                        <a:t>SAP Multibank Connectivity (Bankenanbindung)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577029"/>
                  </a:ext>
                </a:extLst>
              </a:tr>
              <a:tr h="161503">
                <a:tc>
                  <a:txBody>
                    <a:bodyPr/>
                    <a:lstStyle/>
                    <a:p>
                      <a:r>
                        <a:rPr lang="de-DE" sz="1200" dirty="0"/>
                        <a:t>E-Mail-Eingang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Rechnungseingang OpenText VIM (OREA)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0301399"/>
                  </a:ext>
                </a:extLst>
              </a:tr>
              <a:tr h="161503">
                <a:tc>
                  <a:txBody>
                    <a:bodyPr/>
                    <a:lstStyle/>
                    <a:p>
                      <a:r>
                        <a:rPr lang="de-DE" sz="1200" dirty="0"/>
                        <a:t>E-Mail-Ausgang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Verschiedene interne und externe Empfänger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9029580"/>
                  </a:ext>
                </a:extLst>
              </a:tr>
              <a:tr h="161503">
                <a:tc>
                  <a:txBody>
                    <a:bodyPr/>
                    <a:lstStyle/>
                    <a:p>
                      <a:r>
                        <a:rPr lang="de-DE" sz="1200" dirty="0"/>
                        <a:t>Drucker / Druckserver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Print2Me oder direkte Anbindungen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253133"/>
                  </a:ext>
                </a:extLst>
              </a:tr>
              <a:tr h="161503">
                <a:tc>
                  <a:txBody>
                    <a:bodyPr/>
                    <a:lstStyle/>
                    <a:p>
                      <a:r>
                        <a:rPr lang="de-DE" sz="1200" dirty="0"/>
                        <a:t>Autorisierung und Authentifizierung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Single-Sign-On SAP </a:t>
                      </a:r>
                      <a:r>
                        <a:rPr lang="de-DE" sz="1200" dirty="0" err="1"/>
                        <a:t>Gui</a:t>
                      </a:r>
                      <a:r>
                        <a:rPr lang="de-DE" sz="1200" dirty="0"/>
                        <a:t>, Web </a:t>
                      </a:r>
                      <a:r>
                        <a:rPr lang="de-DE" sz="1200" dirty="0" err="1"/>
                        <a:t>Gui</a:t>
                      </a:r>
                      <a:r>
                        <a:rPr lang="de-DE" sz="1200" dirty="0"/>
                        <a:t>, Fiori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894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0742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1940DDA-0656-452C-A408-68789653BD9B}" type="slidenum">
              <a:rPr kumimoji="0" lang="de-DE" sz="2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+mn-lt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de-DE" sz="2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  <a:sym typeface="+mn-lt"/>
            </a:endParaRP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+mn-lt"/>
              </a:rPr>
              <a:t>Template ADAC new CD | 27.12.2017</a:t>
            </a:r>
          </a:p>
        </p:txBody>
      </p:sp>
      <p:sp>
        <p:nvSpPr>
          <p:cNvPr id="6" name="Titel 3">
            <a:extLst>
              <a:ext uri="{FF2B5EF4-FFF2-40B4-BE49-F238E27FC236}">
                <a16:creationId xmlns:a16="http://schemas.microsoft.com/office/drawing/2014/main" id="{1EB9265F-7228-9509-485D-E3D727666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438" y="693441"/>
            <a:ext cx="11064993" cy="565265"/>
          </a:xfrm>
        </p:spPr>
        <p:txBody>
          <a:bodyPr/>
          <a:lstStyle/>
          <a:p>
            <a:r>
              <a:rPr lang="de-DE" sz="3200" dirty="0"/>
              <a:t>Enterprise Services</a:t>
            </a:r>
            <a:br>
              <a:rPr lang="de-DE" sz="3200" dirty="0"/>
            </a:br>
            <a:r>
              <a:rPr lang="de-DE" sz="2400" dirty="0"/>
              <a:t>Architekturvorgaben S/4HANA – Guidelines</a:t>
            </a:r>
            <a:endParaRPr lang="de-DE" sz="3386" dirty="0"/>
          </a:p>
        </p:txBody>
      </p:sp>
      <p:graphicFrame>
        <p:nvGraphicFramePr>
          <p:cNvPr id="4" name="Tabelle 4">
            <a:extLst>
              <a:ext uri="{FF2B5EF4-FFF2-40B4-BE49-F238E27FC236}">
                <a16:creationId xmlns:a16="http://schemas.microsoft.com/office/drawing/2014/main" id="{A92CE36F-9419-9BAD-5B16-ED518BA7D1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3325520"/>
              </p:ext>
            </p:extLst>
          </p:nvPr>
        </p:nvGraphicFramePr>
        <p:xfrm>
          <a:off x="568437" y="1560015"/>
          <a:ext cx="11064994" cy="466344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2586887">
                  <a:extLst>
                    <a:ext uri="{9D8B030D-6E8A-4147-A177-3AD203B41FA5}">
                      <a16:colId xmlns:a16="http://schemas.microsoft.com/office/drawing/2014/main" val="2632511020"/>
                    </a:ext>
                  </a:extLst>
                </a:gridCol>
                <a:gridCol w="8478107">
                  <a:extLst>
                    <a:ext uri="{9D8B030D-6E8A-4147-A177-3AD203B41FA5}">
                      <a16:colId xmlns:a16="http://schemas.microsoft.com/office/drawing/2014/main" val="2339207131"/>
                    </a:ext>
                  </a:extLst>
                </a:gridCol>
              </a:tblGrid>
              <a:tr h="161503">
                <a:tc>
                  <a:txBody>
                    <a:bodyPr/>
                    <a:lstStyle/>
                    <a:p>
                      <a:r>
                        <a:rPr lang="de-DE" sz="1200" dirty="0"/>
                        <a:t>Verbindungsart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Vorgaben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4374445"/>
                  </a:ext>
                </a:extLst>
              </a:tr>
              <a:tr h="161503">
                <a:tc>
                  <a:txBody>
                    <a:bodyPr/>
                    <a:lstStyle/>
                    <a:p>
                      <a:r>
                        <a:rPr lang="de-DE" sz="1200" dirty="0"/>
                        <a:t>RFC-Verbindungen SAP zu SAP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RFC-Verbindungen zwischen SAP-System sind erlaubt.</a:t>
                      </a:r>
                    </a:p>
                    <a:p>
                      <a:r>
                        <a:rPr lang="de-DE" sz="1200" dirty="0"/>
                        <a:t>Es ist eine SNC-Verschlüsselung zu verwenden.</a:t>
                      </a:r>
                    </a:p>
                    <a:p>
                      <a:r>
                        <a:rPr lang="de-DE" sz="1200" dirty="0"/>
                        <a:t>Falls SAP die technische Alternative einer http-Verbindung zur Verfügung stellt, ist diese zu verwenden.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5775513"/>
                  </a:ext>
                </a:extLst>
              </a:tr>
              <a:tr h="161503">
                <a:tc>
                  <a:txBody>
                    <a:bodyPr/>
                    <a:lstStyle/>
                    <a:p>
                      <a:r>
                        <a:rPr lang="de-DE" sz="1200" dirty="0"/>
                        <a:t>RFC-Verbindungen non-SAP zu SAP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RFC-Verbindungen von non-SAP-Anwendungen zu SAP sind nur erlaubt, wenn sich beide Anwendungen im selben Netzwerksegment befinden.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0745320"/>
                  </a:ext>
                </a:extLst>
              </a:tr>
              <a:tr h="161503">
                <a:tc>
                  <a:txBody>
                    <a:bodyPr/>
                    <a:lstStyle/>
                    <a:p>
                      <a:r>
                        <a:rPr lang="de-DE" sz="1200" dirty="0"/>
                        <a:t>3rd Party Cloud-Anwendungen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Die Anbindung erfolgt über die SAP Integration Suite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664450"/>
                  </a:ext>
                </a:extLst>
              </a:tr>
              <a:tr h="161503">
                <a:tc>
                  <a:txBody>
                    <a:bodyPr/>
                    <a:lstStyle/>
                    <a:p>
                      <a:r>
                        <a:rPr lang="de-DE" sz="1200" dirty="0"/>
                        <a:t>Dateischnittstellen Inbound/Outbound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Die Anbindung erfolgt über das ADAC Data Portal.</a:t>
                      </a:r>
                    </a:p>
                    <a:p>
                      <a:r>
                        <a:rPr lang="de-DE" sz="1200" dirty="0"/>
                        <a:t>Die Übertragung der Dateien erfolgt über die SAP Integration Suite.</a:t>
                      </a:r>
                    </a:p>
                    <a:p>
                      <a:r>
                        <a:rPr lang="de-DE" sz="1200" dirty="0"/>
                        <a:t>Für Automatisierungen wird Stonebranch Universal Automation Center (UAC) verwendet.</a:t>
                      </a:r>
                    </a:p>
                    <a:p>
                      <a:r>
                        <a:rPr lang="de-DE" sz="1200" dirty="0"/>
                        <a:t>Dateischnittstellen von Vor- und Umsystemen, deren Ablösung nicht geplant ist, müssen daraufhin untersucht werden, ob sie auf neuere Technologien umgestellt werden können (Web Services, IDocs…).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2557863"/>
                  </a:ext>
                </a:extLst>
              </a:tr>
              <a:tr h="161503">
                <a:tc>
                  <a:txBody>
                    <a:bodyPr/>
                    <a:lstStyle/>
                    <a:p>
                      <a:r>
                        <a:rPr lang="de-DE" sz="1200" dirty="0"/>
                        <a:t>Web Services Vor- und Umsysteme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/>
                        <a:t>Die Anbindung erfolgt über die SAP Integration Suite.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032205"/>
                  </a:ext>
                </a:extLst>
              </a:tr>
              <a:tr h="161503">
                <a:tc>
                  <a:txBody>
                    <a:bodyPr/>
                    <a:lstStyle/>
                    <a:p>
                      <a:r>
                        <a:rPr lang="de-DE" sz="1200" dirty="0"/>
                        <a:t>SAP Public Cloud Komponenten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Verbindungen von SAP-Systemen in die SAP Public Cloud erfolgen über den SAP Cloud Connector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577029"/>
                  </a:ext>
                </a:extLst>
              </a:tr>
              <a:tr h="161503">
                <a:tc>
                  <a:txBody>
                    <a:bodyPr/>
                    <a:lstStyle/>
                    <a:p>
                      <a:r>
                        <a:rPr lang="de-DE" sz="1200" dirty="0"/>
                        <a:t>E-Mail-Eingang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Der Empfang von E-Mails erfolgt über den ADAC Mail Server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0301399"/>
                  </a:ext>
                </a:extLst>
              </a:tr>
              <a:tr h="161503">
                <a:tc>
                  <a:txBody>
                    <a:bodyPr/>
                    <a:lstStyle/>
                    <a:p>
                      <a:r>
                        <a:rPr lang="de-DE" sz="1200" dirty="0"/>
                        <a:t>E-Mail-Ausgang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Der Versand von E-Mails erfolgt über den ADAC Mail Server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9029580"/>
                  </a:ext>
                </a:extLst>
              </a:tr>
              <a:tr h="161503">
                <a:tc>
                  <a:txBody>
                    <a:bodyPr/>
                    <a:lstStyle/>
                    <a:p>
                      <a:r>
                        <a:rPr lang="de-DE" sz="1200" dirty="0"/>
                        <a:t>Drucker / Druckserver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Es werden die bestehenden Druckserver des ADAC verwendet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253133"/>
                  </a:ext>
                </a:extLst>
              </a:tr>
              <a:tr h="161503">
                <a:tc>
                  <a:txBody>
                    <a:bodyPr/>
                    <a:lstStyle/>
                    <a:p>
                      <a:r>
                        <a:rPr lang="de-DE" sz="1200" dirty="0"/>
                        <a:t>Autorisierung und Authentifizierung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Alle Verbindungsaufrufe müssen autorisiert und authentifiziert werden.</a:t>
                      </a:r>
                    </a:p>
                    <a:p>
                      <a:r>
                        <a:rPr lang="de-DE" sz="1200" dirty="0"/>
                        <a:t>Single-Sign-On wird mittels SAP Secure Login Service (SLS) und SAP Cloud Identity Authentication Services (IAS) über die </a:t>
                      </a:r>
                      <a:r>
                        <a:rPr lang="de-DE" sz="1200" dirty="0" err="1"/>
                        <a:t>Entra</a:t>
                      </a:r>
                      <a:r>
                        <a:rPr lang="de-DE" sz="1200" dirty="0"/>
                        <a:t> ID realisiert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894816"/>
                  </a:ext>
                </a:extLst>
              </a:tr>
            </a:tbl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27F8F8AC-E956-590D-3886-E6ED8C91CF53}"/>
              </a:ext>
            </a:extLst>
          </p:cNvPr>
          <p:cNvSpPr/>
          <p:nvPr/>
        </p:nvSpPr>
        <p:spPr bwMode="gray">
          <a:xfrm>
            <a:off x="614097" y="288412"/>
            <a:ext cx="1392600" cy="315041"/>
          </a:xfrm>
          <a:prstGeom prst="rect">
            <a:avLst/>
          </a:prstGeom>
          <a:solidFill>
            <a:srgbClr val="FFFF00"/>
          </a:solidFill>
          <a:ln w="9525" cmpd="sng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/>
            <a:r>
              <a:rPr lang="de-DE" sz="1400" b="1" dirty="0">
                <a:solidFill>
                  <a:srgbClr val="FF0000"/>
                </a:solidFill>
                <a:latin typeface="Calibri" charset="0"/>
                <a:ea typeface="Calibri" charset="0"/>
                <a:cs typeface="Calibri" charset="0"/>
              </a:rPr>
              <a:t>Entwurf</a:t>
            </a:r>
          </a:p>
        </p:txBody>
      </p:sp>
    </p:spTree>
    <p:extLst>
      <p:ext uri="{BB962C8B-B14F-4D97-AF65-F5344CB8AC3E}">
        <p14:creationId xmlns:p14="http://schemas.microsoft.com/office/powerpoint/2010/main" val="1850522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521" y="2113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59" imgH="360" progId="TCLayout.ActiveDocument.1">
                  <p:embed/>
                </p:oleObj>
              </mc:Choice>
              <mc:Fallback>
                <p:oleObj name="think-cell Slide" r:id="rId5" imgW="359" imgH="360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21" y="2113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feld 9"/>
          <p:cNvSpPr txBox="1"/>
          <p:nvPr/>
        </p:nvSpPr>
        <p:spPr>
          <a:xfrm>
            <a:off x="426386" y="1615740"/>
            <a:ext cx="5829993" cy="2437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6752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de-DE" sz="5079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Vielen Dank für Ihre Aufmerksamkeit!</a:t>
            </a:r>
            <a:br>
              <a:rPr kumimoji="0" lang="de-DE" altLang="de-DE" sz="5079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</a:br>
            <a:endParaRPr kumimoji="0" lang="de-DE" altLang="de-DE" sz="5079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Rechteck 1"/>
          <p:cNvSpPr/>
          <p:nvPr/>
        </p:nvSpPr>
        <p:spPr bwMode="gray">
          <a:xfrm>
            <a:off x="1642846" y="6483720"/>
            <a:ext cx="2177023" cy="12346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mpd="sng" algn="ctr">
            <a:noFill/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marL="0" marR="0" lvl="0" indent="0" algn="ctr" defTabSz="96752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1481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5" name="Rechteck 14"/>
          <p:cNvSpPr/>
          <p:nvPr/>
        </p:nvSpPr>
        <p:spPr bwMode="gray">
          <a:xfrm>
            <a:off x="1055756" y="6461043"/>
            <a:ext cx="287246" cy="14614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mpd="sng" algn="ctr">
            <a:noFill/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marL="0" marR="0" lvl="0" indent="0" algn="ctr" defTabSz="96752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1481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9" name="Rechteck 18"/>
          <p:cNvSpPr/>
          <p:nvPr/>
        </p:nvSpPr>
        <p:spPr bwMode="gray">
          <a:xfrm>
            <a:off x="559375" y="6483720"/>
            <a:ext cx="95749" cy="9826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mpd="sng" algn="ctr">
            <a:noFill/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marL="0" marR="0" lvl="0" indent="0" algn="ctr" defTabSz="96752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1481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07479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rT58Q_ruEyJMXah4bw0I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pXX8FrQIE6NP2xhy7sAp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rT58Q_ruEyJMXah4bw0I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pXX8FrQIE6NP2xhy7sAp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rT58Q_ruEyJMXah4bw0I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pXX8FrQIE6NP2xhy7sAp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rT58Q_ruEyJMXah4bw0I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pXX8FrQIE6NP2xhy7sAp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rT58Q_ruEyJMXah4bw0I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pXX8FrQIE6NP2xhy7sApw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rT58Q_ruEyJMXah4bw0I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pXX8FrQIE6NP2xhy7sAp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rT58Q_ruEyJMXah4bw0I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pXX8FrQIE6NP2xhy7sAp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rT58Q_ruEyJMXah4bw0Iw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pXX8FrQIE6NP2xhy7sApw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rT58Q_ruEyJMXah4bw0I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pXX8FrQIE6NP2xhy7sApw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rT58Q_ruEyJMXah4bw0Iw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pXX8FrQIE6NP2xhy7sApw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rT58Q_ruEyJMXah4bw0Iw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pXX8FrQIE6NP2xhy7sApw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rT58Q_ruEyJMXah4bw0Iw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pXX8FrQIE6NP2xhy7sApw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rT58Q_ruEyJMXah4bw0Iw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pXX8FrQIE6NP2xhy7sApw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rT58Q_ruEyJMXah4bw0I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pXX8FrQIE6NP2xhy7sApw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rT58Q_ruEyJMXah4bw0Iw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pXX8FrQIE6NP2xhy7sApw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rT58Q_ruEyJMXah4bw0Iw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pXX8FrQIE6NP2xhy7sApw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rT58Q_ruEyJMXah4bw0Iw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pXX8FrQIE6NP2xhy7sApw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rT58Q_ruEyJMXah4bw0Iw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pXX8FrQIE6NP2xhy7sApw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rT58Q_ruEyJMXah4bw0Iw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pXX8FrQIE6NP2xhy7sApw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rT58Q_ruEyJMXah4bw0Iw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pXX8FrQIE6NP2xhy7sApw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rT58Q_ruEyJMXah4bw0Iw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pXX8FrQIE6NP2xhy7sApw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rT58Q_ruEyJMXah4bw0Iw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pXX8FrQIE6NP2xhy7sApw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rT58Q_ruEyJMXah4bw0Iw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pXX8FrQIE6NP2xhy7sApw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rT58Q_ruEyJMXah4bw0Iw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pXX8FrQIE6NP2xhy7sApw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rT58Q_ruEyJMXah4bw0Iw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pXX8FrQIE6NP2xhy7sApw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rT58Q_ruEyJMXah4bw0Iw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pXX8FrQIE6NP2xhy7sApw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rT58Q_ruEyJMXah4bw0Iw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pXX8FrQIE6NP2xhy7sApw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rT58Q_ruEyJMXah4bw0Iw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pXX8FrQIE6NP2xhy7sApw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ADAC">
  <a:themeElements>
    <a:clrScheme name="ADAC">
      <a:dk1>
        <a:srgbClr val="000000"/>
      </a:dk1>
      <a:lt1>
        <a:srgbClr val="FFFFFF"/>
      </a:lt1>
      <a:dk2>
        <a:srgbClr val="CCCCCC"/>
      </a:dk2>
      <a:lt2>
        <a:srgbClr val="FFCC00"/>
      </a:lt2>
      <a:accent1>
        <a:srgbClr val="FFFFFF"/>
      </a:accent1>
      <a:accent2>
        <a:srgbClr val="E9E9EA"/>
      </a:accent2>
      <a:accent3>
        <a:srgbClr val="A9A9A9"/>
      </a:accent3>
      <a:accent4>
        <a:srgbClr val="FFCC00"/>
      </a:accent4>
      <a:accent5>
        <a:srgbClr val="E9E9EA"/>
      </a:accent5>
      <a:accent6>
        <a:srgbClr val="CCCCCC"/>
      </a:accent6>
      <a:hlink>
        <a:srgbClr val="8D9399"/>
      </a:hlink>
      <a:folHlink>
        <a:srgbClr val="96AECA"/>
      </a:folHlink>
    </a:clrScheme>
    <a:fontScheme name="ADAC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bg1"/>
        </a:solidFill>
        <a:ln w="9525" cmpd="sng" algn="ctr">
          <a:solidFill>
            <a:schemeClr val="tx1"/>
          </a:solidFill>
          <a:miter lim="800000"/>
          <a:headEnd/>
          <a:tailEnd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wrap="none" rtlCol="0" anchor="ctr"/>
      <a:lstStyle>
        <a:defPPr algn="ctr">
          <a:defRPr sz="1400" b="0" dirty="0">
            <a:latin typeface="Calibri" charset="0"/>
            <a:ea typeface="Calibri" charset="0"/>
            <a:cs typeface="Calibri" charset="0"/>
          </a:defRPr>
        </a:defPPr>
      </a:lstStyle>
    </a:spDef>
    <a:lnDef>
      <a:spPr>
        <a:ln w="9525">
          <a:solidFill>
            <a:schemeClr val="tx1"/>
          </a:solidFill>
          <a:tailEnd type="none"/>
        </a:ln>
        <a:effectLst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9525">
          <a:noFill/>
        </a:ln>
      </a:spPr>
      <a:bodyPr vert="horz" wrap="square" lIns="0" tIns="0" rIns="0" bIns="0" rtlCol="0">
        <a:spAutoFit/>
      </a:bodyPr>
      <a:lstStyle>
        <a:defPPr>
          <a:lnSpc>
            <a:spcPct val="90000"/>
          </a:lnSpc>
          <a:spcBef>
            <a:spcPts val="400"/>
          </a:spcBef>
          <a:buClr>
            <a:srgbClr val="000000"/>
          </a:buClr>
          <a:buSzPct val="100000"/>
          <a:defRPr sz="1500" b="0" noProof="0" dirty="0" smtClean="0">
            <a:latin typeface="+mn-lt"/>
            <a:cs typeface="Arial Narrow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owerpointmasterl_tcm28-496931.pptx" id="{D3B5D14A-2B8F-4ADC-A403-812E3C9BD8C0}" vid="{14B84626-4428-4327-B49C-2A7B496AAD68}"/>
    </a:ext>
  </a:extLst>
</a:theme>
</file>

<file path=ppt/theme/theme2.xml><?xml version="1.0" encoding="utf-8"?>
<a:theme xmlns:a="http://schemas.openxmlformats.org/drawingml/2006/main" name="ADAC">
  <a:themeElements>
    <a:clrScheme name="ADAC">
      <a:dk1>
        <a:srgbClr val="000000"/>
      </a:dk1>
      <a:lt1>
        <a:srgbClr val="FFFFFF"/>
      </a:lt1>
      <a:dk2>
        <a:srgbClr val="CCCCCC"/>
      </a:dk2>
      <a:lt2>
        <a:srgbClr val="FFCC00"/>
      </a:lt2>
      <a:accent1>
        <a:srgbClr val="FFFFFF"/>
      </a:accent1>
      <a:accent2>
        <a:srgbClr val="E9E9EA"/>
      </a:accent2>
      <a:accent3>
        <a:srgbClr val="A9A9A9"/>
      </a:accent3>
      <a:accent4>
        <a:srgbClr val="FFCC00"/>
      </a:accent4>
      <a:accent5>
        <a:srgbClr val="E9E9EA"/>
      </a:accent5>
      <a:accent6>
        <a:srgbClr val="CCCCCC"/>
      </a:accent6>
      <a:hlink>
        <a:srgbClr val="8D9399"/>
      </a:hlink>
      <a:folHlink>
        <a:srgbClr val="96AECA"/>
      </a:folHlink>
    </a:clrScheme>
    <a:fontScheme name="ADAC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bg1"/>
        </a:solidFill>
        <a:ln w="9525" cmpd="sng" algn="ctr">
          <a:solidFill>
            <a:schemeClr val="tx1"/>
          </a:solidFill>
          <a:miter lim="800000"/>
          <a:headEnd/>
          <a:tailEnd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wrap="none" rtlCol="0" anchor="ctr"/>
      <a:lstStyle>
        <a:defPPr algn="ctr">
          <a:defRPr sz="1400" b="0" dirty="0">
            <a:latin typeface="Calibri" charset="0"/>
            <a:ea typeface="Calibri" charset="0"/>
            <a:cs typeface="Calibri" charset="0"/>
          </a:defRPr>
        </a:defPPr>
      </a:lstStyle>
    </a:spDef>
    <a:lnDef>
      <a:spPr>
        <a:ln w="9525">
          <a:solidFill>
            <a:schemeClr val="tx1"/>
          </a:solidFill>
          <a:tailEnd type="none"/>
        </a:ln>
        <a:effectLst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9525">
          <a:noFill/>
        </a:ln>
      </a:spPr>
      <a:bodyPr vert="horz" wrap="square" lIns="0" tIns="0" rIns="0" bIns="0" rtlCol="0">
        <a:spAutoFit/>
      </a:bodyPr>
      <a:lstStyle>
        <a:defPPr>
          <a:lnSpc>
            <a:spcPct val="90000"/>
          </a:lnSpc>
          <a:spcBef>
            <a:spcPts val="400"/>
          </a:spcBef>
          <a:buClr>
            <a:srgbClr val="000000"/>
          </a:buClr>
          <a:buSzPct val="100000"/>
          <a:defRPr sz="1500" b="0" noProof="0" dirty="0" smtClean="0">
            <a:latin typeface="+mn-lt"/>
            <a:cs typeface="Arial Narrow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owerpointmasterl_tcm28-496931.pptx" id="{D3B5D14A-2B8F-4ADC-A403-812E3C9BD8C0}" vid="{14B84626-4428-4327-B49C-2A7B496AAD68}"/>
    </a:ext>
  </a:extLst>
</a:theme>
</file>

<file path=ppt/theme/theme3.xml><?xml version="1.0" encoding="utf-8"?>
<a:theme xmlns:a="http://schemas.openxmlformats.org/drawingml/2006/main" name="1_ADAC">
  <a:themeElements>
    <a:clrScheme name="ADAC">
      <a:dk1>
        <a:srgbClr val="000000"/>
      </a:dk1>
      <a:lt1>
        <a:srgbClr val="FFFFFF"/>
      </a:lt1>
      <a:dk2>
        <a:srgbClr val="CCCCCC"/>
      </a:dk2>
      <a:lt2>
        <a:srgbClr val="FFCC00"/>
      </a:lt2>
      <a:accent1>
        <a:srgbClr val="FFFFFF"/>
      </a:accent1>
      <a:accent2>
        <a:srgbClr val="E9E9EA"/>
      </a:accent2>
      <a:accent3>
        <a:srgbClr val="A9A9A9"/>
      </a:accent3>
      <a:accent4>
        <a:srgbClr val="FFCC00"/>
      </a:accent4>
      <a:accent5>
        <a:srgbClr val="E9E9EA"/>
      </a:accent5>
      <a:accent6>
        <a:srgbClr val="CCCCCC"/>
      </a:accent6>
      <a:hlink>
        <a:srgbClr val="8D9399"/>
      </a:hlink>
      <a:folHlink>
        <a:srgbClr val="96AECA"/>
      </a:folHlink>
    </a:clrScheme>
    <a:fontScheme name="ADAC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bg1"/>
        </a:solidFill>
        <a:ln w="9525" cmpd="sng" algn="ctr">
          <a:solidFill>
            <a:schemeClr val="tx1"/>
          </a:solidFill>
          <a:miter lim="800000"/>
          <a:headEnd/>
          <a:tailEnd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wrap="none" anchor="ctr"/>
      <a:lstStyle>
        <a:defPPr>
          <a:defRPr sz="1400" b="0" dirty="0">
            <a:latin typeface="Calibri" charset="0"/>
            <a:ea typeface="Calibri" charset="0"/>
            <a:cs typeface="Calibri" charset="0"/>
          </a:defRPr>
        </a:defPPr>
      </a:lstStyle>
    </a:spDef>
    <a:lnDef>
      <a:spPr>
        <a:ln w="9525">
          <a:solidFill>
            <a:schemeClr val="tx1"/>
          </a:solidFill>
          <a:tailEnd type="none"/>
        </a:ln>
        <a:effectLst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9525">
          <a:noFill/>
        </a:ln>
      </a:spPr>
      <a:bodyPr vert="horz" wrap="square" lIns="0" tIns="0" rIns="0" bIns="0" rtlCol="0">
        <a:spAutoFit/>
      </a:bodyPr>
      <a:lstStyle>
        <a:defPPr>
          <a:lnSpc>
            <a:spcPct val="90000"/>
          </a:lnSpc>
          <a:spcBef>
            <a:spcPts val="400"/>
          </a:spcBef>
          <a:buClr>
            <a:srgbClr val="000000"/>
          </a:buClr>
          <a:buSzPct val="100000"/>
          <a:defRPr sz="1500" b="0" noProof="0" dirty="0" smtClean="0">
            <a:latin typeface="+mn-lt"/>
            <a:cs typeface="Arial Narrow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DAC" id="{ACDE774E-828B-4C44-9575-ABA73990205C}" vid="{B28ABD75-3482-40E5-A5AC-916D55F9AE8C}"/>
    </a:ext>
  </a:extLst>
</a:theme>
</file>

<file path=ppt/theme/theme4.xml><?xml version="1.0" encoding="utf-8"?>
<a:theme xmlns:a="http://schemas.openxmlformats.org/drawingml/2006/main" name="4_ADAC">
  <a:themeElements>
    <a:clrScheme name="ADAC">
      <a:dk1>
        <a:srgbClr val="000000"/>
      </a:dk1>
      <a:lt1>
        <a:srgbClr val="FFFFFF"/>
      </a:lt1>
      <a:dk2>
        <a:srgbClr val="CCCCCC"/>
      </a:dk2>
      <a:lt2>
        <a:srgbClr val="FFCC00"/>
      </a:lt2>
      <a:accent1>
        <a:srgbClr val="FFFFFF"/>
      </a:accent1>
      <a:accent2>
        <a:srgbClr val="E9E9EA"/>
      </a:accent2>
      <a:accent3>
        <a:srgbClr val="A9A9A9"/>
      </a:accent3>
      <a:accent4>
        <a:srgbClr val="FFCC00"/>
      </a:accent4>
      <a:accent5>
        <a:srgbClr val="E9E9EA"/>
      </a:accent5>
      <a:accent6>
        <a:srgbClr val="CCCCCC"/>
      </a:accent6>
      <a:hlink>
        <a:srgbClr val="8D9399"/>
      </a:hlink>
      <a:folHlink>
        <a:srgbClr val="96AECA"/>
      </a:folHlink>
    </a:clrScheme>
    <a:fontScheme name="ADAC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bg1"/>
        </a:solidFill>
        <a:ln w="9525" cmpd="sng" algn="ctr">
          <a:solidFill>
            <a:schemeClr val="tx1"/>
          </a:solidFill>
          <a:miter lim="800000"/>
          <a:headEnd/>
          <a:tailEnd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wrap="none" rtlCol="0" anchor="ctr"/>
      <a:lstStyle>
        <a:defPPr algn="ctr">
          <a:defRPr sz="1400" b="0" dirty="0">
            <a:latin typeface="Calibri" charset="0"/>
            <a:ea typeface="Calibri" charset="0"/>
            <a:cs typeface="Calibri" charset="0"/>
          </a:defRPr>
        </a:defPPr>
      </a:lstStyle>
    </a:spDef>
    <a:lnDef>
      <a:spPr>
        <a:ln w="9525">
          <a:solidFill>
            <a:schemeClr val="tx1"/>
          </a:solidFill>
          <a:tailEnd type="none"/>
        </a:ln>
        <a:effectLst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9525">
          <a:noFill/>
        </a:ln>
      </a:spPr>
      <a:bodyPr vert="horz" wrap="square" lIns="0" tIns="0" rIns="0" bIns="0" rtlCol="0">
        <a:spAutoFit/>
      </a:bodyPr>
      <a:lstStyle>
        <a:defPPr>
          <a:lnSpc>
            <a:spcPct val="90000"/>
          </a:lnSpc>
          <a:spcBef>
            <a:spcPts val="400"/>
          </a:spcBef>
          <a:buClr>
            <a:srgbClr val="000000"/>
          </a:buClr>
          <a:buSzPct val="100000"/>
          <a:defRPr sz="1500" b="0" noProof="0" dirty="0" smtClean="0">
            <a:latin typeface="+mn-lt"/>
            <a:cs typeface="Arial Narrow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owerpointmasterl_tcm28-496931.pptx" id="{D3B5D14A-2B8F-4ADC-A403-812E3C9BD8C0}" vid="{14B84626-4428-4327-B49C-2A7B496AAD68}"/>
    </a:ext>
  </a:extLst>
</a:theme>
</file>

<file path=ppt/theme/theme5.xml><?xml version="1.0" encoding="utf-8"?>
<a:theme xmlns:a="http://schemas.openxmlformats.org/drawingml/2006/main" name="3_ADAC">
  <a:themeElements>
    <a:clrScheme name="ADAC">
      <a:dk1>
        <a:srgbClr val="000000"/>
      </a:dk1>
      <a:lt1>
        <a:srgbClr val="FFFFFF"/>
      </a:lt1>
      <a:dk2>
        <a:srgbClr val="CCCCCC"/>
      </a:dk2>
      <a:lt2>
        <a:srgbClr val="FFCC00"/>
      </a:lt2>
      <a:accent1>
        <a:srgbClr val="FFFFFF"/>
      </a:accent1>
      <a:accent2>
        <a:srgbClr val="E9E9EA"/>
      </a:accent2>
      <a:accent3>
        <a:srgbClr val="A9A9A9"/>
      </a:accent3>
      <a:accent4>
        <a:srgbClr val="FFCC00"/>
      </a:accent4>
      <a:accent5>
        <a:srgbClr val="E9E9EA"/>
      </a:accent5>
      <a:accent6>
        <a:srgbClr val="CCCCCC"/>
      </a:accent6>
      <a:hlink>
        <a:srgbClr val="8D9399"/>
      </a:hlink>
      <a:folHlink>
        <a:srgbClr val="96AECA"/>
      </a:folHlink>
    </a:clrScheme>
    <a:fontScheme name="ADAC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bg1"/>
        </a:solidFill>
        <a:ln w="9525" cmpd="sng" algn="ctr">
          <a:solidFill>
            <a:schemeClr val="tx1"/>
          </a:solidFill>
          <a:miter lim="800000"/>
          <a:headEnd/>
          <a:tailEnd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wrap="none" rtlCol="0" anchor="ctr"/>
      <a:lstStyle>
        <a:defPPr algn="ctr">
          <a:defRPr sz="1400" b="0" dirty="0">
            <a:latin typeface="Calibri" charset="0"/>
            <a:ea typeface="Calibri" charset="0"/>
            <a:cs typeface="Calibri" charset="0"/>
          </a:defRPr>
        </a:defPPr>
      </a:lstStyle>
    </a:spDef>
    <a:lnDef>
      <a:spPr>
        <a:ln w="9525">
          <a:solidFill>
            <a:schemeClr val="tx1"/>
          </a:solidFill>
          <a:tailEnd type="none"/>
        </a:ln>
        <a:effectLst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9525">
          <a:noFill/>
        </a:ln>
      </a:spPr>
      <a:bodyPr vert="horz" wrap="square" lIns="0" tIns="0" rIns="0" bIns="0" rtlCol="0">
        <a:spAutoFit/>
      </a:bodyPr>
      <a:lstStyle>
        <a:defPPr>
          <a:lnSpc>
            <a:spcPct val="90000"/>
          </a:lnSpc>
          <a:spcBef>
            <a:spcPts val="400"/>
          </a:spcBef>
          <a:buClr>
            <a:srgbClr val="000000"/>
          </a:buClr>
          <a:buSzPct val="100000"/>
          <a:defRPr sz="1500" b="0" noProof="0" dirty="0" smtClean="0">
            <a:latin typeface="+mn-lt"/>
            <a:cs typeface="Arial Narrow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owerpointmasterl_tcm28-496931.pptx" id="{D3B5D14A-2B8F-4ADC-A403-812E3C9BD8C0}" vid="{14B84626-4428-4327-B49C-2A7B496AAD68}"/>
    </a:ext>
  </a:extLst>
</a:theme>
</file>

<file path=ppt/theme/theme6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a5dcde2-1e9f-43f6-ae9b-c8014af6ba1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4D0D48944E34845B49FF1095781B2AC" ma:contentTypeVersion="17" ma:contentTypeDescription="Create a new document." ma:contentTypeScope="" ma:versionID="cddd26b8c9cca18b6b10de29b4be7acc">
  <xsd:schema xmlns:xsd="http://www.w3.org/2001/XMLSchema" xmlns:xs="http://www.w3.org/2001/XMLSchema" xmlns:p="http://schemas.microsoft.com/office/2006/metadata/properties" xmlns:ns3="ea5dcde2-1e9f-43f6-ae9b-c8014af6ba12" xmlns:ns4="5e9b9c85-ffca-47af-bc1e-88e7be65e93e" targetNamespace="http://schemas.microsoft.com/office/2006/metadata/properties" ma:root="true" ma:fieldsID="9e195fa24c8e1c5a0a12d422511a7400" ns3:_="" ns4:_="">
    <xsd:import namespace="ea5dcde2-1e9f-43f6-ae9b-c8014af6ba12"/>
    <xsd:import namespace="5e9b9c85-ffca-47af-bc1e-88e7be65e93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AutoKeyPoints" minOccurs="0"/>
                <xsd:element ref="ns3:MediaServiceKeyPoint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5dcde2-1e9f-43f6-ae9b-c8014af6ba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9b9c85-ffca-47af-bc1e-88e7be65e93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A37F0F1-BFC4-4564-924A-1DD8D9AA2D23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ea5dcde2-1e9f-43f6-ae9b-c8014af6ba12"/>
    <ds:schemaRef ds:uri="http://purl.org/dc/terms/"/>
    <ds:schemaRef ds:uri="http://schemas.openxmlformats.org/package/2006/metadata/core-properties"/>
    <ds:schemaRef ds:uri="5e9b9c85-ffca-47af-bc1e-88e7be65e93e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A24A242-4ABB-49FE-A34A-1AFD07726E7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51AFDD7-BD40-485B-9442-79B4671666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a5dcde2-1e9f-43f6-ae9b-c8014af6ba12"/>
    <ds:schemaRef ds:uri="5e9b9c85-ffca-47af-bc1e-88e7be65e93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2237</Words>
  <Application>Microsoft Office PowerPoint</Application>
  <PresentationFormat>Breitbild</PresentationFormat>
  <Paragraphs>384</Paragraphs>
  <Slides>7</Slides>
  <Notes>5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5</vt:i4>
      </vt:variant>
      <vt:variant>
        <vt:lpstr>Eingebettete OLE-Server</vt:lpstr>
      </vt:variant>
      <vt:variant>
        <vt:i4>2</vt:i4>
      </vt:variant>
      <vt:variant>
        <vt:lpstr>Folientitel</vt:lpstr>
      </vt:variant>
      <vt:variant>
        <vt:i4>7</vt:i4>
      </vt:variant>
    </vt:vector>
  </HeadingPairs>
  <TitlesOfParts>
    <vt:vector size="20" baseType="lpstr">
      <vt:lpstr>72Black</vt:lpstr>
      <vt:lpstr>Aptos</vt:lpstr>
      <vt:lpstr>arial</vt:lpstr>
      <vt:lpstr>arial</vt:lpstr>
      <vt:lpstr>Arial Narrow</vt:lpstr>
      <vt:lpstr>Calibri</vt:lpstr>
      <vt:lpstr>2_ADAC</vt:lpstr>
      <vt:lpstr>ADAC</vt:lpstr>
      <vt:lpstr>1_ADAC</vt:lpstr>
      <vt:lpstr>4_ADAC</vt:lpstr>
      <vt:lpstr>3_ADAC</vt:lpstr>
      <vt:lpstr>think-cell Slide</vt:lpstr>
      <vt:lpstr>think-cell Folie</vt:lpstr>
      <vt:lpstr>Enterprise Services</vt:lpstr>
      <vt:lpstr>Enterprise Services Überblick To-Be-Architektur SAP (Stand 06.2025)</vt:lpstr>
      <vt:lpstr>Enterprise Services Überblick Schnittstellenarchitektur</vt:lpstr>
      <vt:lpstr>Enterprise Services - Schnittstellenarchitektur</vt:lpstr>
      <vt:lpstr>Enterprise Services Architekturvorgaben S/4HANA – Verbindungsarten und Beispiele</vt:lpstr>
      <vt:lpstr>Enterprise Services Architekturvorgaben S/4HANA – Guidelines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Seitz, Sebastian</dc:creator>
  <cp:lastModifiedBy>Seitz, Sebastian</cp:lastModifiedBy>
  <cp:revision>3</cp:revision>
  <dcterms:created xsi:type="dcterms:W3CDTF">2024-03-28T16:16:12Z</dcterms:created>
  <dcterms:modified xsi:type="dcterms:W3CDTF">2026-02-20T21:16:09Z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0x010100E4D0D48944E34845B49FF1095781B2AC</vt:lpwstr>
  </property>
  <property fmtid="{D5CDD505-2E9C-101B-9397-08002B2CF9AE}" pid="3" name="MSIP_Label_c3933d61-92e5-4ff4-83ee-0077044276e6_Enabled">
    <vt:lpwstr>true</vt:lpwstr>
  </property>
  <property fmtid="{D5CDD505-2E9C-101B-9397-08002B2CF9AE}" pid="4" name="MSIP_Label_c3933d61-92e5-4ff4-83ee-0077044276e6_SetDate">
    <vt:lpwstr>2025-08-13T08:02:03Z</vt:lpwstr>
  </property>
  <property fmtid="{D5CDD505-2E9C-101B-9397-08002B2CF9AE}" pid="5" name="MSIP_Label_c3933d61-92e5-4ff4-83ee-0077044276e6_Method">
    <vt:lpwstr>Privileged</vt:lpwstr>
  </property>
  <property fmtid="{D5CDD505-2E9C-101B-9397-08002B2CF9AE}" pid="6" name="MSIP_Label_c3933d61-92e5-4ff4-83ee-0077044276e6_Name">
    <vt:lpwstr>vb_intern</vt:lpwstr>
  </property>
  <property fmtid="{D5CDD505-2E9C-101B-9397-08002B2CF9AE}" pid="7" name="MSIP_Label_c3933d61-92e5-4ff4-83ee-0077044276e6_SiteId">
    <vt:lpwstr>9186fbbe-fa2f-408b-b116-e9799f388136</vt:lpwstr>
  </property>
  <property fmtid="{D5CDD505-2E9C-101B-9397-08002B2CF9AE}" pid="8" name="MSIP_Label_c3933d61-92e5-4ff4-83ee-0077044276e6_ActionId">
    <vt:lpwstr>6ef5b32b-b66d-4761-9a69-3a735621c64f</vt:lpwstr>
  </property>
  <property fmtid="{D5CDD505-2E9C-101B-9397-08002B2CF9AE}" pid="9" name="MSIP_Label_c3933d61-92e5-4ff4-83ee-0077044276e6_ContentBits">
    <vt:lpwstr>0</vt:lpwstr>
  </property>
  <property fmtid="{D5CDD505-2E9C-101B-9397-08002B2CF9AE}" pid="10" name="MSIP_Label_c3933d61-92e5-4ff4-83ee-0077044276e6_Tag">
    <vt:lpwstr>10, 0, 1, 1</vt:lpwstr>
  </property>
</Properties>
</file>